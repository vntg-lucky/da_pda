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시스템 구축</a:t>
            </a:r>
            <a:endParaRPr lang="en-US" sz="4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결과보고서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32004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PDA로 실현하는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 관리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03  |  세아정보기술 AI TF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13716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📱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8046720" y="3657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 Logistics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28016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2801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및 목표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171907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178308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830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전체 구성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↔ 서버 ↔ ERP 연결 구조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222199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228600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2860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소개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/ 적재위치관리 / 상차등록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272491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278892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27889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(현재 적용)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운영 중인 기능 상세 안내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71600" y="322783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329184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2918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1792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 위치 바코드 등록 기능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371600" y="373075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1600" y="379476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37947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28600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피킹 확인 및 등록 기능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371600" y="423367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71600" y="429768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42976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8600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사용 편의 기능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1792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다크모드, 효과음, 글꼴 조절 등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371600" y="473659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371600" y="480060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48006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286000" y="4800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효과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17920" y="4800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개선 효과 및 기대 효과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371600" y="523951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6"/>
          <p:cNvSpPr/>
          <p:nvPr/>
        </p:nvSpPr>
        <p:spPr>
          <a:xfrm>
            <a:off x="1371600" y="530352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" y="53035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286000" y="5303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적용 현황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17920" y="5303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적용, TAG 현황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371600" y="5742432"/>
            <a:ext cx="8686800" cy="731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3" name="Shape 51"/>
          <p:cNvSpPr/>
          <p:nvPr/>
        </p:nvSpPr>
        <p:spPr>
          <a:xfrm>
            <a:off x="1371600" y="5806440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600" y="58064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286000" y="5806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개선 및 추진 계획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217920" y="5806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교체, 상차등록/적재위치 적용 일정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프로젝트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및 목표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760720" cy="27432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추진 배경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물류 업무(슬리팅, 적재, 상차)에서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기록과 구두 전달에 의존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데이터 확인이 어려워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파악 및 출하 관리에 시간 소요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시스템 노후화로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요구사항 반영이 어려운 상황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5669280" cy="27432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프로젝트 목표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</a:rPr>
              <a:t>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1828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바코드 스캔으로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물류 데이터를 실시간 ERP 반영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6060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</a:rPr>
              <a:t>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2606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투입·적재위치·상차등록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업무를 모바일로 전환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</a:rPr>
              <a:t>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383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어디서나 사용 가능한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기반 모바일 시스템 구축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11612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프로젝트 기본 정보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47548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물류 관리 시스템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102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기간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0" y="51023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1분기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4498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544982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공장 현장 (슬리팅 / 적재 / 상차 업무)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797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방법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579729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기기 또는 스마트폰에서 인터넷 접속 (별도 프로그램 설치 불필요)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시스템 전체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PDA와 ERP가 연결되는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PDA에서 바코드를 스캔하면, 인터넷을 통해 즉시 ERP에 반영됩니다.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PDA 기기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(바코드 스캔)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▶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0" y="18288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인터넷 전송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(LTE 통신)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58000" y="18288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PDA 서버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(데이터 중계)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▶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418320" y="182880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8F01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1832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ERP 시스템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(최종 저장)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116128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이런 점이 좋아졌습니다!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프로그램 설치 불필요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617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브라우저만 있으면 바로 사용 가능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PDA, 스마트폰, 태블릿 모두 지원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4114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통신으로 어디서나 사용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4617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Wi-Fi가 없는 야적장, 창고에서도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신호만 있으면 즉시 사용 가능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114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즉시 ERP 반영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4617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스캔과 동시에 ERP에 데이터가 저장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입력 과정이 완전히 제거됨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0" y="4114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업데이트가 즉시 반영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98280" y="46177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아무것도 할 필요 없이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업데이트만으로 최신 기능 자동 적용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주요 기능 소개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PDA로 처리하는 3대 핵심 업무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3703320" cy="5029200"/>
          </a:xfrm>
          <a:prstGeom prst="roundRect">
            <a:avLst>
              <a:gd name="adj" fmla="val 3704"/>
            </a:avLst>
          </a:prstGeom>
          <a:solidFill>
            <a:srgbClr val="F0FDF4"/>
          </a:solidFill>
          <a:ln w="25400">
            <a:solidFill>
              <a:srgbClr val="2D93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716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2D936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현재 적용 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공정에 투입되는 코일의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바코드를 스캔하여 투입 실적을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실시간 등록합니다.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공정/작업장 선택 → 바코드 스캔 → 자동 저장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548640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2D936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486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실시간 저장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60520" y="1188720"/>
            <a:ext cx="3703320" cy="502920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13716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343400" y="2103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617720" y="265176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TAG 교체 후 적용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34840" y="32461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자재의 적재 위치를 바코드 스캔으로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등록합니다. 어떤 자재가 어디에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있는지 ERP에서 바로 확인 가능합니다.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475488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적재대 선택 → 자재 바코드 스캔 → 위치 저장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548640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F18F01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5486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실시간 저장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1188720"/>
            <a:ext cx="3703320" cy="502920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25400">
            <a:solidFill>
              <a:srgbClr val="457B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137160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🚛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229600" y="2103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503920" y="265176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26517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TAG 교체 후 적용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324612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지시에 따라 상차할 품목의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바코드를 스캔하여 피킹 확인 및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등록을 수행합니다.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0" y="475488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지시번호 조회 → 바코드 스캔 → 출하 저장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0" y="548640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457B9D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5486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실시간 저장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슬리팅 투입 (현재 운영 중)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스캔으로 투입 실적을 자동 등록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502920"/>
          </a:xfrm>
          <a:prstGeom prst="roundRect">
            <a:avLst>
              <a:gd name="adj" fmla="val 14545"/>
            </a:avLst>
          </a:prstGeom>
          <a:solidFill>
            <a:srgbClr val="2D936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현재 동아스틸 공장에서 실제 운영 중인 기능입니다.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6858000" cy="4297680"/>
          </a:xfrm>
          <a:prstGeom prst="roundRect">
            <a:avLst>
              <a:gd name="adj" fmla="val 2553"/>
            </a:avLst>
          </a:prstGeom>
          <a:solidFill>
            <a:srgbClr val="F0FDF4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사용 절차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2D936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529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날짜가 자동으로 선택되어 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365760" cy="365760"/>
          </a:xfrm>
          <a:prstGeom prst="ellipse">
            <a:avLst/>
          </a:prstGeom>
          <a:solidFill>
            <a:srgbClr val="2D936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· 작업장 · 근무조 선택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566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드롭다운 메뉴에서 해당 항목을 선택합니다.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2D936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데이터 불러오기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7939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[조회] 버튼을 터치하면 이미 등록된 데이터를 불러옵니다.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(이어서 작업할 때 사용)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2D936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45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47000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99262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스캐너로 코일 바코드를 스캔합니다.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순번이 자동으로 부여되고 목록에 추가됩니다.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58968"/>
            <a:ext cx="365760" cy="365760"/>
          </a:xfrm>
          <a:prstGeom prst="ellipse">
            <a:avLst/>
          </a:prstGeom>
          <a:solidFill>
            <a:srgbClr val="2D936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58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5413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570585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[저장] 버튼을 터치하면 ERP에 바로 저장됩니다.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1920240"/>
            <a:ext cx="4572000" cy="4297680"/>
          </a:xfrm>
          <a:prstGeom prst="roundRect">
            <a:avLst>
              <a:gd name="adj" fmla="val 2553"/>
            </a:avLst>
          </a:prstGeom>
          <a:solidFill>
            <a:srgbClr val="EFF6FF"/>
          </a:solidFill>
          <a:ln w="19050">
            <a:solidFill>
              <a:srgbClr val="457B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주요 특징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589520" y="25603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36C"/>
                </a:solidFill>
              </a:rPr>
              <a:t>✔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4672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바코드를 두 번 스캔하면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중복 알림 → 오류 방지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3364992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36C"/>
                </a:solidFill>
              </a:rPr>
              <a:t>✔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46720" y="336499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성공 시 '삐' 소리,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'삐삐' 소리로 즉시 확인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89520" y="4169664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36C"/>
                </a:solidFill>
              </a:rPr>
              <a:t>✔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046720" y="416966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스캔한 항목은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터치하여 선택 후 [삭제] 가능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0" y="4974336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36C"/>
                </a:solidFill>
              </a:rPr>
              <a:t>✔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046720" y="497433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[조회] 기능으로 이전에 스캔한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불러와 이어서 작업 가능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89520" y="5779008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936C"/>
                </a:solidFill>
              </a:rPr>
              <a:t>✔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046720" y="57790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모드(어두운 화면) 지원으로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 작업 시 눈 피로 감소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적재위치관리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자재가 어디에 있는지 바코드로 등록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502920"/>
          </a:xfrm>
          <a:prstGeom prst="roundRect">
            <a:avLst>
              <a:gd name="adj" fmla="val 14545"/>
            </a:avLst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 프로그램 완성 — TAG 교체 후 현장 적용 예정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6858000" cy="4297680"/>
          </a:xfrm>
          <a:prstGeom prst="roundRect">
            <a:avLst>
              <a:gd name="adj" fmla="val 2553"/>
            </a:avLst>
          </a:prstGeom>
          <a:solidFill>
            <a:srgbClr val="FFFBEB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사용 절차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 선택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 QR코드를 스캔하거나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드롭다운 메뉴에서 적재대 구분/번호를 선택합니다.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 바코드 스캔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7947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적재대에 놓인 자재의 바코드를 스캔합니다.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자재 정보(배치번호, 품목, 본수 등)가 자동 입력됩니다.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본수 확인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7091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바코드에서 읽은 본수가 맞으면 그대로 진행,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다르면 [본수변경] 모드에서 직접 수정 가능합니다.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365760" cy="36576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56235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[저장] 버튼을 터치하면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자재가 이 적재대에 있다"는 정보가 ERP에 저장됩니다.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1920240"/>
            <a:ext cx="4572000" cy="2103120"/>
          </a:xfrm>
          <a:prstGeom prst="roundRect">
            <a:avLst>
              <a:gd name="adj" fmla="val 5217"/>
            </a:avLst>
          </a:prstGeom>
          <a:solidFill>
            <a:srgbClr val="F0FDF4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기대 효과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8952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"이 자재 어디에 있지?" 질문이 사라짐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ERP에서 적재 위치 실시간 조회 가능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재고 조사 시간 대폭 단축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출하 시 자재 찾는 시간 절감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0" y="420624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현재 상황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9520" y="4709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TAG(구TAG)의 QR코드에는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배치번호만 있어 자재 식별 정보가 부족합니다.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TAG에는 충분한 정보가 포함되어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교체가 완료되면 바로 사용 가능합니다.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상차등록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지시에 따른 피킹 확인 및 등록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502920"/>
          </a:xfrm>
          <a:prstGeom prst="roundRect">
            <a:avLst>
              <a:gd name="adj" fmla="val 14545"/>
            </a:avLst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 프로그램 완성 — TAG 교체 후 현장 적용 예정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6858000" cy="4297680"/>
          </a:xfrm>
          <a:prstGeom prst="roundRect">
            <a:avLst>
              <a:gd name="adj" fmla="val 2553"/>
            </a:avLst>
          </a:prstGeom>
          <a:solidFill>
            <a:srgbClr val="EFF6FF"/>
          </a:solidFill>
          <a:ln w="19050">
            <a:solidFill>
              <a:srgbClr val="457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사용 절차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상차지시번호 입력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7자리 상차지시번호를 입력하면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해당 지시의 출하 품목 목록이 표시됩니다.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(피킹)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7947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출하할 품목의 바코드를 하나씩 스캔합니다.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해당 품목과 자동 매칭되어 피킹 확인이 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확인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7091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품목의 피킹이 완료되면 자동으로 ✔ 체크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수량과 실제 수량이 일치하는지 한눈에 확인 가능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365760" cy="36576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56235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[임시저장] → 작업 중단 시 (나중에 이어서 가능)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[최종저장] → 모든 피킹 완료 시 ERP에 확정 저장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1920240"/>
            <a:ext cx="4572000" cy="2103120"/>
          </a:xfrm>
          <a:prstGeom prst="roundRect">
            <a:avLst>
              <a:gd name="adj" fmla="val 5217"/>
            </a:avLst>
          </a:prstGeom>
          <a:solidFill>
            <a:srgbClr val="F0FDF4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기대 효과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89520" y="2423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출하 지시 대비 실제 상차 수량 실시간 대조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오출하(잘못 실어 보내는 것) 방지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상차 현황을 사무실에서 실시간 확인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출하 완료 후 별도 보고 과정 불필요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0" y="420624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현재 상황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9520" y="47091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프로그램은 완성되었으나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TAG의 QR코드 정보 부족으로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테스트가 어려운 상황입니다.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TAG 적용이 완료되면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재방문하여 지원 예정입니다.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현장 사용 편의 기능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작업자를 위한 맞춤 기능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80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 (어두운 화면)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 작업 시 눈의 피로를 줄여주는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배경 화면으로 전환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80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408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크기 조절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글씨가 잘 안보일 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/ 중 / 대 3단계로 크기 조절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146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효과음 알림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성공 시 '삐',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'삐삐' 소리로 즉시 확인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51460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5146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📳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408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진동 알림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시끄러운 현장에서도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결과를 진동으로 확인 가능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4904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꺼짐 방지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160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대기 중 PDA 화면이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꺼지지 않도록 설정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74904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74904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↕️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408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순서 변경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4160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기능을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위로 올려서 빠르게 접근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98348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9834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이력 확인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5394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몇 건 스캔했는지,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성공/오류 통계를 한눈에 확인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98348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9834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4088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이력 확인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5394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저장 성공한 이력을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날짜별로 확인 가능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6263640"/>
            <a:ext cx="11612880" cy="182880"/>
          </a:xfrm>
          <a:prstGeom prst="roundRect">
            <a:avLst>
              <a:gd name="adj" fmla="val 20000"/>
            </a:avLst>
          </a:prstGeom>
          <a:solidFill>
            <a:srgbClr val="2D936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설정은 한 번만 설정하면 자동 저장되며, 매번 다시 설정할 필요가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도입 효과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시스템 도입으로 달라지는 것들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기존 방식 (Before)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수기로 기록 후 사무실에서 ERP 입력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2128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자재 위치를 사람의 기억에 의존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5968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출하 시 수량 확인을 수작업으로 대조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980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실시간 재고 파악이 어려움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3649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데이터 입력 오류 발생 가능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1031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18F01"/>
                </a:solidFill>
              </a:rPr>
              <a:t>▶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25400">
            <a:solidFill>
              <a:srgbClr val="2D9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PDA 도입 후 (After)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75120" y="1828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바코드 스캔 즉시 ERP에 자동 저장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2128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적재 위치를 ERP에서 실시간 조회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5968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출하 지시 대비 자동 수량 대조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2980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현장 데이터가 즉시 ERP에 반영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3649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바코드 기반으로 입력 오류 원천 차단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11612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��  기대 효과 요약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2D936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892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입력 제거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577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스캔이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수작업을 대체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48006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48920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32" name="Text 30"/>
          <p:cNvSpPr/>
          <p:nvPr/>
        </p:nvSpPr>
        <p:spPr>
          <a:xfrm>
            <a:off x="3794760" y="4892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3756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반영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5577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즉시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저장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48006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48920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F18F01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4892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대폭 단축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자재 찾는 시간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5577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적재위치를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ERP에서 바로 확인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98280" y="48006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55480" y="48920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42" name="Text 40"/>
          <p:cNvSpPr/>
          <p:nvPr/>
        </p:nvSpPr>
        <p:spPr>
          <a:xfrm>
            <a:off x="9555480" y="4892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최소화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9828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오출하 위험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98280" y="5577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대비 수량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대조 확인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현재 적용 현황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기능별 적용 상태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11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기능별 적용 현황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프로그램 개발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적용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슬리팅 투입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운영 중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정상 사용 중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적재위치관리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⏳ TAG 교체 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TAG 필요 (구TAG 정보 부족)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상차등록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완료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⏳ TAG 교체 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TAG 필요 (구TAG 정보 부족)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3749040"/>
            <a:ext cx="11612880" cy="2560320"/>
          </a:xfrm>
          <a:prstGeom prst="roundRect">
            <a:avLst>
              <a:gd name="adj" fmla="val 4286"/>
            </a:avLst>
          </a:prstGeom>
          <a:solidFill>
            <a:srgbClr val="FFFBEB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TAG 관련 현황 설명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7200" y="43891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기존 TAG (구TAG)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846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QR코드에 배치번호만 포함되어 있어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품목코드, 수주번호, 본수, 길이 등의 정보가 없음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 정보만으로는 상차등록/적재위치관리에서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어떤 품목인지 정확히 식별할 수 없음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4846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8F01"/>
                </a:solidFill>
              </a:rPr>
              <a:t>▶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400800" y="43891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신규 TAG (어제부터 적용)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4846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QR코드에 배치번호 + 품목코드 + 수주번호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수주행번 + 본수 + 길이 포함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충분한 정보가 있어 PDA 스캔으로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정확한 자재 식별 및 업무 처리 가능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향후 개선 및 추진 계획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교체 후 전체 기능 적용 로드맵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2286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🔄  TAG 교체 방안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신규 TAG는 어제부터 적용되어, 새로 생산되는 제품에는 상세 QR코드가 부착됩니다.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기존 재고에는 구TAG가 남아 있어 아래 2가지 방안으로 교체를 추진합니다.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재고조사 시 일괄 교체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 재고조사 때 기존 재고의 TAG를 한꺼번에 교체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468880"/>
            <a:ext cx="411480" cy="41148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 시 순차 교체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출하(상차) 작업 시 해당 제품의 TAG를 신규로 교체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1161288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 향후 추진 계획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2D936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4343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정상 운영 중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완료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TAG 적용 시작 (새 생산분부터)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0" y="4709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🔄 진행 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07492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F18F0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074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예정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5074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재고 TAG 교체 (방안 1 또는 2)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계획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44068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교체 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11680" y="5440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 현장 적용 및 교육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0" y="5440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대기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80644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457B9D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5806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교체 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11680" y="5806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 현장 테스트 및 적용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(담당자 재방문하여 현장 지원 예정)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44000" y="5806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57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⏳ 대기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263640"/>
            <a:ext cx="11247120" cy="182880"/>
          </a:xfrm>
          <a:prstGeom prst="roundRect">
            <a:avLst>
              <a:gd name="adj" fmla="val 20000"/>
            </a:avLst>
          </a:prstGeom>
          <a:solidFill>
            <a:srgbClr val="F18F01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장기적으로 QR코드에 많은 정보를 담는 것이 업무 효율화에 유리하므로, TAG 변경은 꼭 필요한 과정입니다.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 변경 상세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QR코드에 담기는 정보가 달라졌습니다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13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TAG를 바꿔야 하나요?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TAG의 QR코드에는 배치번호 하나만 들어 있어, 그 정보만으로는 "어떤 품목인지, 몇 본인지, 길이가 얼마인지" 알 수 없었습니다.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기존 TAG (구TAG)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QR코드에 담긴 정보: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배치번호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정보가 부족하여 PDA에서 자재 식별 불가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30175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18F01"/>
                </a:solidFill>
              </a:rPr>
              <a:t>▶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0" y="22860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25400">
            <a:solidFill>
              <a:srgbClr val="2D93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신규 TAG (어제부터 적용)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QR코드에 담긴 정보: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32004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2D936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배치번호 + 품목코드 + 수주번호 + 행번 + 본수 + 길이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충분한 정보로 PDA 스캔 즉시 자재 식별 가능!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846320"/>
            <a:ext cx="11612880" cy="13716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정리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신규 TAG가 적용된 제품 → PDA 바로 사용 가능 (슬리팅/적재위치/상차 모두)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기존 재고(구TAG) → TAG 교체 전까지는 적재위치관리, 상차등록 사용 불가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TAG 교체가 완료되면 담당자가 재방문하여 상차등록 / 적재위치관리 현장 지원 예정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구축 결과보고서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스캔으로 실현하는 스마트 물류 관리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4846320"/>
            <a:ext cx="5788152" cy="54864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48463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세아정보기술 AI TF  |  2025. 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동아스틸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동아스틸 PDA 시스템 구축 결과보고서</dc:title>
  <dc:subject>동아스틸 PDA 시스템 구축 결과보고서</dc:subject>
  <dc:creator>세아정보기술 AI TF</dc:creator>
  <cp:lastModifiedBy>세아정보기술 AI TF</cp:lastModifiedBy>
  <cp:revision>1</cp:revision>
  <dcterms:created xsi:type="dcterms:W3CDTF">2026-04-09T04:49:54Z</dcterms:created>
  <dcterms:modified xsi:type="dcterms:W3CDTF">2026-04-09T04:49:54Z</dcterms:modified>
</cp:coreProperties>
</file>