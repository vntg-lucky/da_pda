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시스템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매뉴얼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32004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실무자를 위한 단계별 사용 안내서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주소:  http://pda.dongasteel.co.kr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03  |  동아스틸 IT팀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20116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📖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804672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 Manual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2801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280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접속 및 설치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주소 접속, APK 설치, 홈화면 바로가기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16824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17373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/ 로그아웃 / 종료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방법, 종료 및 다시 시작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21396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21945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194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카드, 순서 변경, 옵션 설정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25968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26517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2651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적재대 선택, 바코드 스캔, 저장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0" y="30540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0" y="31089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9456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공정/작업장 선택, 조회, 바코드 스캔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71600" y="35112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71600" y="35661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9456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지시번호 조회, 피킹 스캔, 임시/최종 저장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71600" y="39684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71600" y="40233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600" y="4023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19456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화면 공통 옵션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다크모드, 효과음, 진동, 전달용, 이메일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371600" y="44256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3" name="Shape 41"/>
          <p:cNvSpPr/>
          <p:nvPr/>
        </p:nvSpPr>
        <p:spPr>
          <a:xfrm>
            <a:off x="1371600" y="44805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4480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19456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방법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스캐너 사용법, 키보드 전환, 바코드 형식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371600" y="48828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6"/>
          <p:cNvSpPr/>
          <p:nvPr/>
        </p:nvSpPr>
        <p:spPr>
          <a:xfrm>
            <a:off x="1371600" y="49377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49" name="Text 47"/>
          <p:cNvSpPr/>
          <p:nvPr/>
        </p:nvSpPr>
        <p:spPr>
          <a:xfrm>
            <a:off x="1371600" y="4937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19456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이력 / 저장 이력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48640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대시보드, 필터, 통계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371600" y="53400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3" name="Shape 51"/>
          <p:cNvSpPr/>
          <p:nvPr/>
        </p:nvSpPr>
        <p:spPr>
          <a:xfrm>
            <a:off x="1371600" y="53949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54" name="Text 52"/>
          <p:cNvSpPr/>
          <p:nvPr/>
        </p:nvSpPr>
        <p:spPr>
          <a:xfrm>
            <a:off x="1371600" y="5394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19456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 (FAQ)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48640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질문, 오류 대처법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371600" y="5797296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8" name="Shape 56"/>
          <p:cNvSpPr/>
          <p:nvPr/>
        </p:nvSpPr>
        <p:spPr>
          <a:xfrm>
            <a:off x="1371600" y="5852160"/>
            <a:ext cx="548640" cy="365760"/>
          </a:xfrm>
          <a:prstGeom prst="rect">
            <a:avLst>
              <a:gd name="adj" fmla="val 15000"/>
            </a:avLst>
          </a:prstGeom>
          <a:solidFill>
            <a:srgbClr val="1B3A5C"/>
          </a:solidFill>
          <a:ln/>
        </p:spPr>
      </p:sp>
      <p:sp>
        <p:nvSpPr>
          <p:cNvPr id="59" name="Text 57"/>
          <p:cNvSpPr/>
          <p:nvPr/>
        </p:nvSpPr>
        <p:spPr>
          <a:xfrm>
            <a:off x="1371600" y="5852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194560" y="5852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/ 지원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48640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IT팀 연락처, 긴급 대응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앱 접속 및 설치 방법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Access &amp; Install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브라우저 접속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PDA 또는 스마트폰의 Chrome 브라우저 실행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주소창에 아래 주소를 입력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로그인 화면이 나타나면 성공!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http://pda.dongasteel.co.kr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297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가장 간편한 방법! 별도 설치 없이 바로 사용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128016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37160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APK 앱 설치 (안드로이드)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192024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IT팀에서 전달받은 APK 파일 다운로드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'출처를 알 수 없는 앱 설치 허용'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(설정 → 보안에서 활성화)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APK 파일 실행하여 설치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앱 아이콘 터치하여 실행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429768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297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앱처럼 사용 가능! 홈 화면에 아이콘 자동 생성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1280160"/>
            <a:ext cx="3749040" cy="3657600"/>
          </a:xfrm>
          <a:prstGeom prst="roundRect">
            <a:avLst>
              <a:gd name="adj" fmla="val 375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3716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화면에 바로가기 추가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192024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Chrome으로 PDA 주소 접속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우측 상단 ⋮ (점 3개) 메뉴 터치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'홈 화면에 추가' 선택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이름 확인 후 '추가' 터치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홈 화면 아이콘으로 바로 접속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429768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APK 없이도 앱처럼 사용 가능!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5394960"/>
            <a:ext cx="1161288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539496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LTE 통신이 가능한 환경이면 어디서나 접속할 수 있습니다. Wi-Fi 연결은 필요하지 않습니다.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5943600"/>
            <a:ext cx="11612880" cy="411480"/>
          </a:xfrm>
          <a:prstGeom prst="roundRect">
            <a:avLst>
              <a:gd name="adj" fmla="val 17778"/>
            </a:avLst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59436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주의: 반드시 Chrome 브라우저를 사용해 주세요. 삼성 인터넷, 네이버앱 등에서는 일부 기능이 제한될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로그인 / 로그아웃 / 종료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Login / Logout / Exit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3840480" cy="493776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🔐  로그인 방법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또는 브라우저로 PDA 접속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560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 입력란에 아이디 입력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입력란에 비밀번호 입력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749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[로그인] 버튼 터치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343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화면으로 이동하면 성공!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마지막 로그인 아이디가 자동 기억됩니다.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557784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577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아이디/비밀번호 오류 시 빨간색 메시지가 표시됩니다.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1280160"/>
            <a:ext cx="3657600" cy="237744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1371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🚪  로그아웃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0" y="18745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 좌측 상단의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[로그아웃] 버튼을 터치하면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화면으로 돌아갑니다.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설정값(다크모드, 글꼴 등)은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그대로 유지됩니다.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3840480"/>
            <a:ext cx="3657600" cy="2377440"/>
          </a:xfrm>
          <a:prstGeom prst="roundRect">
            <a:avLst>
              <a:gd name="adj" fmla="val 5769"/>
            </a:avLst>
          </a:prstGeom>
          <a:solidFill>
            <a:srgbClr val="FEF2F2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3931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⛔  프로그램 종료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0" y="44348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 하단의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[프로그램 종료] 버튼을 터치하면: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캐시(임시 데이터)가 삭제됩니다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"프로그램이 종료되었습니다" 표시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[다시 시작] 버튼으로 재접속 가능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1280160"/>
            <a:ext cx="3657600" cy="493776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미리보기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0" y="182880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6868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68680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관리 시스템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44000" y="29260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0" y="33832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144000" y="38404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44000" y="42976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종료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14984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[로그인] 터치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14984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[프로그램 종료]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메인 화면 안내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Screen Guide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029200" cy="5029200"/>
          </a:xfrm>
          <a:prstGeom prst="roundRect">
            <a:avLst>
              <a:gd name="adj" fmla="val 2727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581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828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관리 시스템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9768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로그아웃 버튼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 메뉴  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74320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 적재위치관리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 관리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0" y="27432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⋮⋮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61188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 슬리팅 투입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 처리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0" y="36118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⋮⋮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48056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480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🚛  상차등록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 등록 처리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0" y="44805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⋮⋮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394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카드 터치 → 해당 기능 화면 이동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76072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760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⋮⋮ 드래그 핸들을 길게 터치 후 위/아래로 이동하면 카드 순서를 변경할 수 있습니다.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1280160"/>
            <a:ext cx="63093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 구성 요소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60720" y="1965960"/>
            <a:ext cx="109728" cy="960120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22860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좌측: [로그아웃] 버튼 — 터치 시 로그인 화면으로 이동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중앙: 시스템 명칭 (동아스틸 PDA)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우측: [☰] 옵션 메뉴 버튼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60720" y="3108960"/>
            <a:ext cx="109728" cy="960120"/>
          </a:xfrm>
          <a:prstGeom prst="roundRect">
            <a:avLst>
              <a:gd name="adj" fmla="val 25000"/>
            </a:avLst>
          </a:prstGeom>
          <a:solidFill>
            <a:srgbClr val="2E86AB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카드 (3개)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35040" y="34290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 (주황) — 적재대에 코일/자재 위치 등록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 (초록) — 슬리팅 공정 투입 실적 등록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 (파랑) — 상차지시 기반 피킹 확인 및 등록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4251960"/>
            <a:ext cx="109728" cy="960120"/>
          </a:xfrm>
          <a:prstGeom prst="roundRect">
            <a:avLst>
              <a:gd name="adj" fmla="val 25000"/>
            </a:avLst>
          </a:prstGeom>
          <a:solidFill>
            <a:srgbClr val="F18F01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드래그 핸들 (⋮⋮)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35040" y="45720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우측의 점 6개 아이콘을 길게 터치 → 위/아래 드래그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쓰는 기능을 맨 위로 배치 가능 (순서 자동 저장)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5394960"/>
            <a:ext cx="109728" cy="96012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 메뉴 (☰)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35040" y="57150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모드, 화면 꺼짐 방지, 글꼴 크기 조절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상태 확인, 입력 딜레이, 스캔/저장 이력 조회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메인 화면 옵션 메뉴 (☰)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Options Menu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 우측 상단 [☰] 버튼을 터치하면 아래 옵션 메뉴가 표시됩니다.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11612880" cy="576072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1554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1728216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728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6858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어두운 테마로 전환합니다. 야간 작업 시 눈 피로를 줄여줍니다.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116128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67712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267712"/>
            <a:ext cx="1554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꺼짐 방지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2395728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95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267712"/>
            <a:ext cx="6858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화면이 자동으로 꺼지지 않도록 합니다. 바코드 스캔 대기 시 유용합니다.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35224"/>
            <a:ext cx="11612880" cy="576072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35224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2935224"/>
            <a:ext cx="1554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 크기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30632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 / 중 / 대 선택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935224"/>
            <a:ext cx="6858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전체 글꼴 크기를 조절합니다. 현장에서 보기 어려울 때 '대'로 설정하세요.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02736"/>
            <a:ext cx="116128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02736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602736"/>
            <a:ext cx="1554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상태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3730752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730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확인 + 🔄 버튼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602736"/>
            <a:ext cx="6858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연결 상태를 확인합니다. ● 연결됨(초록), ● 연결 안됨(빨강)으로 표시됩니다.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70248"/>
            <a:ext cx="11612880" cy="576072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70248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4270248"/>
            <a:ext cx="1554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딜레이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51760" y="4398264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43982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/ 보통 / 길게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270248"/>
            <a:ext cx="6858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스캐너 입력 속도를 조절합니다. 스캔이 두 번 되면 '길게'로 변경하세요.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937760"/>
            <a:ext cx="1161288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937760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5840" y="4937760"/>
            <a:ext cx="1554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이력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51760" y="5065776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0" y="50657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→ 대시보드 열기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937760"/>
            <a:ext cx="6858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스캔 통계(성공/오류)와 전체 스캔 이력을 확인할 수 있습니다.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5605272"/>
            <a:ext cx="11612880" cy="576072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5605272"/>
            <a:ext cx="457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05840" y="5605272"/>
            <a:ext cx="1554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이력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651760" y="5733288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5733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→ 모달 열기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5605272"/>
            <a:ext cx="6858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DB에 성공적으로 저장된 이력을 오늘/전체, 페이지별로 확인합니다.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6309360"/>
            <a:ext cx="11612880" cy="137160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6309360"/>
            <a:ext cx="11338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영역 바깥을 터치하면 옵션 메뉴가 자동으로 닫힙니다.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적재위치관리 사용 방법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943600" cy="5074920"/>
          </a:xfrm>
          <a:prstGeom prst="roundRect">
            <a:avLst>
              <a:gd name="adj" fmla="val 2703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 사용 절차 (Step by Step)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적재대 선택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적재대스캔 입력란에 QR코드를 스캔 ("구분코드-번호코드" 형식)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적재대구분·적재대번호가 자동으로 선택됩니다.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또는 드롭다운에서 직접 적재대구분 → 적재대번호 순서로 선택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적재대 선택 완료 후 바코드 입력란에 커서가 자동 이동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PDA 스캐너로 자재 바코드를 스캔합니다.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(형식: 배치-자재코드-본수-수주번호-행번[-길이])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본수 확인 / 변경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0233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기본: [정상] 모드 → 바코드의 본수가 자동 입력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본수를 바꿔야 하면: [본수변경] 선택 후 본수 입력란에 숫자 입력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확인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983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스캔된 데이터가 하단 테이블에 추가됩니다.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잘못 스캔한 행: 터치하여 선택 → [삭제] 버튼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56692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669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5669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5943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모든 스캔이 완료되면 [저장] 버튼 터치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Oracle DB에 실시간 저장됩니다.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12344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테이블 컬럼 안내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16916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 | 시간 | 배치번호 | 자재코드 | 길이 | 본수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수주번호 | 행번 | 적재대구분 | 적재대번호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일자·시간은 스캔 시점에 자동 기록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적재대구분·번호는 선택한 드롭다운 값 표시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3703320"/>
            <a:ext cx="5486400" cy="260604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주의사항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적재대구분·번호를 반드시 먼저 선택 후 스캔하세요.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같은 배치번호+자재코드는 중복 등록할 수 없습니다.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저장 전에는 PDA 로컬에만 있으므로, 저장 버튼을 반드시 눌러주세요.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83680" y="5394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[삭제] 버튼은 테이블에서 행을 터치 선택 후 사용합니다.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0" y="5806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스캔 성공 시 '삐' 소리, 실패 시 '삐삐' 소리가 납니다.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(☰ 옵션에서 효과음 ON 필요)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슬리팅 투입 사용 방법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Slitting Input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943600" cy="5074920"/>
          </a:xfrm>
          <a:prstGeom prst="roundRect">
            <a:avLst>
              <a:gd name="adj" fmla="val 2703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 사용 절차 (Step by Step)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 선택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오늘 날짜가 기본 선택됩니다.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다른 날짜의 데이터를 처리하려면 일자를 변경하세요.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→ 작업장 → 근무조 선택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공정 드롭다운 선택 → 작업장 목록이 자동 로드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작업장 선택 → 근무조(주간/야간) 선택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3개 모두 선택하면 바코드 입력란으로 자동 포커스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데이터 불러오기 (선택)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0233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[조회] 버튼 터치 → 이미 등록된 투입 데이터를 불러옵니다.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이전에 스캔한 데이터를 이어서 작업할 때 사용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983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PDA 스캐너로 코일 바코드를 스캔합니다.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(형식: 배치번호-품목코드, 예: HR06582801-DS100006)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순번이 자동 부여되며 테이블에 추가됩니다.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566928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669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5943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모든 투입 코일 스캔이 완료되면 [저장] 버튼 터치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Oracle DB에 투입 실적이 저장됩니다.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123444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테이블 컬럼 안내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16916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순번 | 배치번호 | 품목코드 | 스캔일자 | 스캔시간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순번: 투입 순서 자동 부여 (1, 2, 3…)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스캔일자·시간: 스캔 시점 자동 기록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3520440"/>
            <a:ext cx="5486400" cy="1645920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주의사항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3977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공정·작업장·근무조를 반드시 먼저 선택하세요.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같은 배치번호는 중복 입력할 수 없습니다.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[조회]로 불러온 데이터에 추가 스캔하여 이어서 작업 가능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잘못 스캔한 행: 터치 선택 → [삭제]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534924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5349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조회 결과가 없어도 새로 스캔하여 데이터를 추가할 수 있습니다.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5897880"/>
            <a:ext cx="548640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5897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← 뒤로 버튼을 터치하면 메인 화면으로 돌아갑니다.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상차등록 사용 방법 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Loading Registration - Step 1~3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9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943600" cy="5074920"/>
          </a:xfrm>
          <a:prstGeom prst="roundRect">
            <a:avLst>
              <a:gd name="adj" fmla="val 2703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🚛  사용 절차 전반부 (조회까지)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 확인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오늘 날짜가 기본 선택됩니다.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지시번호 입력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'지시' 입력란에 상차지시번호 7자리를 입력합니다.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7자리 입력 완료 시 자동으로 조회가 시작됩니다.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(또는 엔터 키를 눌러서 조회할 수도 있습니다.)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9377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피킹 목록 자동 로드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52578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조회 성공 시: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• 차량번호가 자동으로 표시됩니다.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• 계획 수량이 자동 계산됩니다.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• 피킹 대상 품목 목록이 테이블에 나타납니다.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• 바코드 입력란으로 커서가 자동 이동합니다.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23444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테이블 컬럼 안내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9164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 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지시수 = 피킹수 합계 시 자동 체크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 순서 (자동)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품목코드 / 품목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출하 대상 품목 정보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품목 길이 (매칭 키)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지시수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출하 계획 수량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스캔 시 자동 입력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피킹수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스캔된 실제 수량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다발수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다발 수량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400800" y="416052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  입력 필드 요약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83680" y="45720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일자: 오늘 날짜 (수정 가능)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지시: 상차지시번호 7자리 (숫자만)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차량: 조회 시 자동 입력 (수정 가능)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네임: 기사명 (수동 입력)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계획: 지시수 합계 (자동, 수정 불가)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피킹: 스캔된 피킹수 합계 (자동)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라인: 배치가 채워진 행 수 (자동)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상차등록 사용 방법 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Loading Registration - Step 4~6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10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943600" cy="5074920"/>
          </a:xfrm>
          <a:prstGeom prst="roundRect">
            <a:avLst>
              <a:gd name="adj" fmla="val 2703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🚛  사용 절차 후반부 (스캔 ~ 저장)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PDA 스캐너로 출하 물품의 바코드를 스캔합니다.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(형식: 배치-품목코드-수량-수주번호-수주행번-길이)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품목코드+길이가 일치하는 행에 자동 매칭됩니다.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배치가 빈 행에 채워지고, 없으면 새 행이 삽입됩니다.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변경 (필요 시)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기본: [정상] 모드 → 바코드의 수량이 피킹수로 자동 입력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수량을 바꿔야 하면: [수량변경] 선택 후 숫자 입력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바코드 스캔 시 입력한 수량으로 피킹수가 설정됩니다.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516636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아직 스캔 중인 경우: [임시 저장] → 나중에 이어서 작업 가능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모든 스캔이 완료된 경우: [최종 저장]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계획 수량과 피킹 수량이 일치해야 최종 저장 가능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→ 최종 저장 후에는 수정할 수 없습니다!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2344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🔘  하단 버튼 3종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18288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1828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저장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스캔 완료 시. 계획=피킹 일치 필수.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후 수정 불가. 확인 팝업이 나타남.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23774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18F01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저장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2377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중간에 저장. 나중에 이어서 스캔 가능.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불일치도 저장 가능.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75120" y="292608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666666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2926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 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행을 삭제합니다.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터치 → 파란색 선택 → [삭제] 터치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374904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자동 완료 체크란 안내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160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'완료' 컬럼의 체크박스는 자동으로 체크됩니다.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품목코드+길이 그룹의 피킹수 합계가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그룹의 지시수와 같아지면 → ✔ 자동 체크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완료된 그룹에 추가 스캔하면 → 오류 처리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5303520"/>
            <a:ext cx="5486400" cy="1005840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주의: 최종 저장 후에는 수정이 불가능합니다!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5715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테이블을 꼼꼼히 확인한 후 [최종 저장]을 눌러주세요.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확신이 없으면 [임시 저장]을 먼저 사용하세요.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기능 화면 공통 옵션 메뉴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Screen Options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11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 / 슬리팅 투입 / 상차등록 화면에서 우측 상단 [☰] 버튼을 터치하면 아래 옵션이 표시됩니다.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544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164592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어두운 테마 전환 (야간 작업용)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84832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8483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084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전달용 (Oracle Ref)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2176272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0" y="20848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SP 호출 파라미터·결과를 화면에 표시 (IT관리자·디버깅용)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15184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6151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26151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전달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2706624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2706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89120" y="261518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저장/조회 시 SP 파라미터·결과를 지정 이메일로 자동 발송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145536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14553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1455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꺼짐 방지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34640" y="323697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32369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89120" y="314553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화면 자동 꺼짐 방지 (스캔 대기 시 유용)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675888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6758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" y="36758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 크기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34640" y="376732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2834640" y="3767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 / 중 / 대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89120" y="36758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전체 글꼴 크기 3단계 조절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206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🔊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868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효과음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34640" y="4297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283464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8912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성공/실패 시 효과음 재생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736592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73659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📳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68680" y="4736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진동 피드백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34640" y="4828032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283464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ON/OFF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89120" y="4736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성공/실패 시 PDA 진동 피드백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5266944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526694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68680" y="52669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이력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834640" y="5358384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2834640" y="5358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→ 대시보드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389120" y="526694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성공/오류 통계 및 이력 목록 확인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5797296"/>
            <a:ext cx="11612880" cy="4572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579729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68680" y="57972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이력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834640" y="58887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61" name="Text 59"/>
          <p:cNvSpPr/>
          <p:nvPr/>
        </p:nvSpPr>
        <p:spPr>
          <a:xfrm>
            <a:off x="2834640" y="58887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→ 모달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389120" y="57972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 성공 이력 확인 (오늘/전체)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74320" y="6355080"/>
            <a:ext cx="11612880" cy="137160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6355080"/>
            <a:ext cx="11338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전달용(Oracle Ref)과 이메일 전달은 IT관리자용 기능입니다. 일반 작업자는 사용하지 않아도 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바코드 스캔 방법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Scan Barcodes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12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760720" cy="2560320"/>
          </a:xfrm>
          <a:prstGeom prst="roundRect">
            <a:avLst>
              <a:gd name="adj" fmla="val 535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내장 스캐너 사용 (기본)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바코드 입력란에 커서가 깜빡이는지 확인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PDA의 스캔 버튼(측면 또는 트리거)을 누름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바코드에 레이저를 조준하여 스캔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성공 시 자동으로 데이터가 입력됩니다.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소프트 키보드(가상 키보드)는 자동으로 숨겨져 있습니다.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이는 스캐너 입력만 받기 위한 설계입니다.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5760720" cy="2286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690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입력 (키보드)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스캐너가 작동하지 않거나, 바코드가 훼손된 경우: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바코드 입력란 우측의 📷 버튼을 터치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소프트 키보드가 나타납니다.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바코드 번호를 직접 입력 후 [입력] 버튼 또는 엔터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 바코드 형식 안내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192024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965960"/>
            <a:ext cx="73152" cy="1188720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  [5~6파트]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배치번호-자재코드-본수-수주번호-행번[-길이]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20840" y="2560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예시: HG00160205-DS100179-0180-15400-1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HG00160200-DP200800-0120-15400-1-6.84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338328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3429000"/>
            <a:ext cx="73152" cy="1188720"/>
          </a:xfrm>
          <a:prstGeom prst="roundRect">
            <a:avLst>
              <a:gd name="adj" fmla="val 37500"/>
            </a:avLst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  [2파트]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3703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배치번호-품목코드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20840" y="4023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예시: HR06582801-DS100006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48463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4892040"/>
            <a:ext cx="73152" cy="1188720"/>
          </a:xfrm>
          <a:prstGeom prst="roundRect">
            <a:avLst>
              <a:gd name="adj" fmla="val 37500"/>
            </a:avLst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4846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  [6파트]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5166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배치-품목코드-수량-수주번호-수주행번-길이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20840" y="5486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예시: HG00160200-DP200800-0120-15400-1-6.84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6355080"/>
            <a:ext cx="5669280" cy="137160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6355080"/>
            <a:ext cx="5394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바코드의 각 파트는 '-'(하이픈)으로 구분됩니다.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스캔 이력 / 저장 이력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Scan History &amp; Save History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13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760720" cy="5074920"/>
          </a:xfrm>
          <a:prstGeom prst="roundRect">
            <a:avLst>
              <a:gd name="adj" fmla="val 2703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스캔 이력 대시보드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☰ 옵션 → [스캔 이력] 터치 시 열림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오늘 스캔 통계: 전체 / 성공 / 오류 건수 카드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성공률: 도넛 차트 (90%↑ 초록, 70%↑ 노랑, 미만 빨강)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437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페이지별 카드: 상차 / 적재 / 슬리팅 별 성공·오류 현황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369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카드 터치 시 해당 페이지 이력만 필터링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301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결과 필터: [전체] / [성공] / [오류] 버튼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이력 목록: 배치번호, 페이지, 시간 표시 (최근 100건)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4165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하단 [이력 전체 삭제] 버튼 (확인 후 삭제)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80974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최대 500건까지 PDA 로컬에 보관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5257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스캔 이력은 PDA 로컬(브라우저)에 저장됩니다.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종료해도 유지되지만, 캐시 삭제 시 사라집니다.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806440"/>
            <a:ext cx="530352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806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닫기: 우측 상단 ✕ 버튼 터치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5669280" cy="5074920"/>
          </a:xfrm>
          <a:prstGeom prst="roundRect">
            <a:avLst>
              <a:gd name="adj" fmla="val 2703"/>
            </a:avLst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 저장 이력 모달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☰ 옵션 → [저장 이력] 터치 시 열림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057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성공적으로 DB에 저장된 이력만 표시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505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날짜 탭: [오늘] / [전체] 전환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8437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페이지 칩: [전체] [상차] [적재] [슬리팅] 필터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2369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각 칩 옆에 건수 표시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6301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이력 목록: ✔ 배치번호, 페이지 태그, 시간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4023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색상 태그로 페이지 구분 (파랑/주황/초록)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44165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메인 화면 + 모든 기능 화면에서 접근 가능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489204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892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저장 이력으로 "방금 저장이 제대로 되었는지" 즉시 확인할 수 있습니다.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54406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5440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활용 팁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"저장했는데 맞나?" 싶을 때 → 저장 이력에서 배치번호를 확인!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몇 건 스캔했지?" → 스캔 이력 대시보드에서 한눈에 확인!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자주 묻는 질문 (FAQ)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Frequently Asked Questions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14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1612880" cy="585216"/>
          </a:xfrm>
          <a:prstGeom prst="roundRect">
            <a:avLst>
              <a:gd name="adj" fmla="val 9375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88720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스캔이 안 돼요.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0" y="1188720"/>
            <a:ext cx="7589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바코드 입력란에 커서(깜빡임)가 있는지 확인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입력란 터치하여 포커스 이동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PDA 스캔 버튼 다시 시도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안 되면 📷 버튼으로 수동 입력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11612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47088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847088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스캔하면 두 번 입력돼요.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0" y="1847088"/>
            <a:ext cx="7589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 ☰ → '입력 딜레이'를 '길게(200ms)'로 변경하세요.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05456"/>
            <a:ext cx="11612880" cy="585216"/>
          </a:xfrm>
          <a:prstGeom prst="roundRect">
            <a:avLst>
              <a:gd name="adj" fmla="val 9375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05456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자꾸 꺼져요.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0" y="2505456"/>
            <a:ext cx="7589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☰ → '화면 꺼짐 방지'를 ON으로 설정하세요.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163824"/>
            <a:ext cx="11612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63824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163824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너무 작아서 안 보여요.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0" y="3163824"/>
            <a:ext cx="7589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☰ → '글꼴 크기'를 '대'로 변경하세요.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822192"/>
            <a:ext cx="11612880" cy="585216"/>
          </a:xfrm>
          <a:prstGeom prst="roundRect">
            <a:avLst>
              <a:gd name="adj" fmla="val 9375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22192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822192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"서버 연결 안됨"이 표시돼요.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0" y="3822192"/>
            <a:ext cx="7589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LTE 신호 확인 (PDA 상단바)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장소 이동 후 재시도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지속되면 IT팀 연락 (내선 XXX)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480560"/>
            <a:ext cx="11612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80560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480560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버튼을 눌렀는데 오류가 나요.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0" y="4480560"/>
            <a:ext cx="7589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빨간색 오류 메시지 내용 확인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필수 항목(적재대, 지시번호 등) 선택 여부 확인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지속되면 오류 메시지를 캡처하여 IT팀에 전달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5138928"/>
            <a:ext cx="11612880" cy="585216"/>
          </a:xfrm>
          <a:prstGeom prst="roundRect">
            <a:avLst>
              <a:gd name="adj" fmla="val 9375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138928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5138928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로그인이 안 돼요.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14800" y="5138928"/>
            <a:ext cx="7589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아이디·비밀번호 정확히 입력 확인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Caps Lock 해제 확인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주소가 http://pda.dongasteel.co.kr 인지 확인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5797296"/>
            <a:ext cx="11612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5797296"/>
            <a:ext cx="365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5797296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상차등록에서 최종저장 후 수정하고 싶어요.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0" y="5797296"/>
            <a:ext cx="7589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저장은 취소할 수 없습니다.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수정이 필요하면 IT팀에 연락해 주세요.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문제 해결 가이드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 Guide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15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1612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07592"/>
            <a:ext cx="91440" cy="804672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앱이 로딩되지 않음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(빈 화면)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23444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인터넷(LTE) 연결 확인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주소창에 http://pda.dongasteel.co.kr 정확히 입력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Chrome 브라우저인지 확인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브라우저 캐시 삭제: Chrome → 설정 → 인터넷 사용기록 삭제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PDA 재부팅 후 재시도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11612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59152"/>
            <a:ext cx="91440" cy="80467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8600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시 "형식 오류"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바코드가 훼손되지 않았는지 확인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바코드로 테스트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수동 입력(📷)으로 번호 직접 입력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바코드 형식이 해당 화면에 맞는지 확인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11612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10712"/>
            <a:ext cx="91440" cy="804672"/>
          </a:xfrm>
          <a:prstGeom prst="roundRect">
            <a:avLst>
              <a:gd name="adj" fmla="val 30000"/>
            </a:avLst>
          </a:prstGeom>
          <a:solidFill>
            <a:srgbClr val="F18F0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"이미 등록된 배치"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3375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같은 바코드를 두 번 스캔한 것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스캔 이력에서 확인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이미 등록된 것이 맞다면 다음 바코드로 진행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389120"/>
            <a:ext cx="11612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462272"/>
            <a:ext cx="91440" cy="804672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8912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중 통신 오류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38912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잠시 후 다시 [저장] 시도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LTE 신호 확인 후 장소 이동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☰ → 서버 상태에서 '● 연결됨' 확인 후 재시도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지속 시 IT팀 연락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5440680"/>
            <a:ext cx="11612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5513832"/>
            <a:ext cx="91440" cy="804672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4406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이상하게 보임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544068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브라우저 확대/축소 100%로 리셋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☰ → 글꼴 크기 '중'으로 설정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다크 모드 ON/OFF 토글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프로그램 종료 후 다시 시작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5989320"/>
            <a:ext cx="1161288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위 방법으로 해결되지 않는 경우, 오류 화면을 캡처하여 IT팀에 전달해 주세요. 캡처 방법: 전원+볼륨 하 동시 누름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참조 카드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Quick Reference Card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16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34440"/>
            <a:ext cx="3657600" cy="502920"/>
          </a:xfrm>
          <a:prstGeom prst="rect">
            <a:avLst>
              <a:gd name="adj" fmla="val 27273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34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 적재위치관리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적재대스캔 QR 또는 드롭다운 선택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3591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적재대구분 → 적재대번호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798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바코드 스캔 (5~6파트)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2369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정상 / 본수변경 모드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6758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스캔 데이터 테이블 확인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[저장] → Oracle DB 저장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5537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[삭제] → 선택 행 제거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FFF8E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바코드: 배치-자재-본수-수주-행번[-길이]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77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적재대 먼저 선택!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중복 배치 불가!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06240" y="123444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1234440"/>
            <a:ext cx="3657600" cy="502920"/>
          </a:xfrm>
          <a:prstGeom prst="rect">
            <a:avLst>
              <a:gd name="adj" fmla="val 27273"/>
            </a:avLst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1234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 슬리팅 투입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19202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일자 확인 (오늘 기본)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0" y="23591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공정 → 작업장 → 근무조 선택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80560" y="2798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[조회] → 기존 데이터 불러오기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80560" y="32369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바코드 스캔 (배치-품목코드)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80560" y="36758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순번 자동 부여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80560" y="41148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[저장] → Oracle DB 저장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80560" y="455371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[삭제] → 선택 행 제거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5120640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5120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바코드: 배치번호-품목코드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89120" y="5577840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5577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공정+작업장+근무조 먼저!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중복 배치 불가!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38160" y="123444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1234440"/>
            <a:ext cx="3749040" cy="502920"/>
          </a:xfrm>
          <a:prstGeom prst="rect">
            <a:avLst>
              <a:gd name="adj" fmla="val 27273"/>
            </a:avLst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813816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🚛  상차등록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12480" y="19202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지시번호 7자리 입력 (자동조회)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12480" y="23591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피킹 목록 확인 (자동 로드)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412480" y="27980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바코드 스캔 (6파트)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12480" y="32369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정상 / 수량변경 모드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412480" y="3675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 완료 ✔ 자동 체크 확인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412480" y="4114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 [임시 저장] 또는 [최종 저장]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412480" y="45537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 최종 저장 시 계획=피킹 필수!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21040" y="5120640"/>
            <a:ext cx="338328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바코드: 배치-품목-수량-수주-행번-길이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321040" y="557784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최종 저장 후 수정 불가!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불확실하면 임시 저장 먼저!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이동 흐름도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Navigation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17 / 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 로그인 성공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25603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2560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(적재위치 | 슬리팅 | 상차)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0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뒤로 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393192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931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뒤로 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0" y="393192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3931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뒤로 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 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5120640"/>
            <a:ext cx="11612880" cy="118872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화면 이동 요약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메인 → 기능 화면: 해당 카드를 터치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기능 화면 → 메인: [← 뒤로] 또는 [BACK] 버튼 터치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메인 → 로그인: [로그아웃] 버튼 터치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로그인 → 종료: [프로그램 종료] 버튼 터치 → 캐시 삭제 → [다시 시작]으로 재접속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옵션 설정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Recommended Settings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 사용자 매뉴얼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18 /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사용 시 아래와 같이 설정하면 현장 작업에 최적화됩니다.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7132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 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추천값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꺼짐 방지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ON 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바코드 스캔 대기 중 화면이 꺼지지 않도록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글꼴 크기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 또는 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현장(야외)에서 잘 보이도록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 효과음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ON 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 성공/실패를 소리로 즉시 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진동 피드백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ON 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시끄러운 현장에서도 스캔 결과 인지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다크 모드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상황에 따라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야간 작업 시 ON, 주간에는 OFF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딜레이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 (100ms)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스캔이 두 번 되면 '길게'로 변경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전달용 (Oracle Ref)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OFF 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IT관리자 전용. 일반 작업자는 OFF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이메일 전달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OFF 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IT관리자 전용. 일반 작업자는 OFF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48640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이 설정들은 앱을 종료해도 유지됩니다. 한 번만 설정하면 매번 바꿀 필요가 없습니다.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603504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ℹ️  설정은 메인 화면과 각 기능 화면의 ☰ (옵션 메뉴) 에서 변경할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연락처 / 지원 안내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7432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관련 문의 및 긴급 지원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7432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2743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접속 주소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http://pda.dongasteel.co.kr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61188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36118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3611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6118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IT팀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48056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44805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0" y="44805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방법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4805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내선 전화 또는 카카오톡 IT팀 그룹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534924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53492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286000" y="53492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 장애 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53492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IT팀 담당자에게 즉시 연락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(오류 화면 캡처 첨부)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5669280"/>
            <a:ext cx="9144000" cy="640080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5669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감사합니다. DA PDA 시스템과 함께 스마트한 물류 관리를 시작하세요! 📱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동아스틸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동아스틸 PDA 시스템 사용자 매뉴얼</dc:title>
  <dc:subject>DA PDA 시스템 사용자 매뉴얼</dc:subject>
  <dc:creator>동아스틸 IT팀</dc:creator>
  <cp:lastModifiedBy>동아스틸 IT팀</cp:lastModifiedBy>
  <cp:revision>1</cp:revision>
  <dcterms:created xsi:type="dcterms:W3CDTF">2026-03-23T04:52:21Z</dcterms:created>
  <dcterms:modified xsi:type="dcterms:W3CDTF">2026-03-23T04:52:21Z</dcterms:modified>
</cp:coreProperties>
</file>