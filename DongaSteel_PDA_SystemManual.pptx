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운영·유지보수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시스템 담당자를 위한 설치·운영·배포·유지보수 가이드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434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 경로:  C:\da_pda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접속 주소:        http://pda.dongasteel.co.kr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기술 스택:        React + TypeScript / Node.js + Express / Oracle 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03  |  동아스틸 IT팀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200400" cy="36576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🛠️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412480" y="3200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Maintenance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118872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188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 개요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1481328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151790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15179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5179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설치 (필수 프로그램)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0" y="15179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1810512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1847088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18470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1847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폴더 구조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1847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97280" y="2139696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217627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21762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2176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개발 — 프론트엔드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0" y="2176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97280" y="2468880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2505456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25054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25054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개발 — 백엔드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0" y="25054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97280" y="2798064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7280" y="283464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28346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 연결 설정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97280" y="3127248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7280" y="316382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316382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28800" y="31638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환경변수(.env) 관리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0" y="31638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97280" y="3456432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0" y="3493008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1097280" y="34930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0" y="34930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AI로 유지보수하는 방법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01200" y="3493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97280" y="3785616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7280" y="382219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1097280" y="38221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828800" y="3822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수정 프로세스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601200" y="38221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97280" y="4114800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1"/>
          <p:cNvSpPr/>
          <p:nvPr/>
        </p:nvSpPr>
        <p:spPr>
          <a:xfrm>
            <a:off x="1097280" y="4151376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54" name="Text 52"/>
          <p:cNvSpPr/>
          <p:nvPr/>
        </p:nvSpPr>
        <p:spPr>
          <a:xfrm>
            <a:off x="1097280" y="4151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828800" y="4151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및 서버 배포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601200" y="4151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97280" y="4443984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7280" y="448056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59" name="Text 57"/>
          <p:cNvSpPr/>
          <p:nvPr/>
        </p:nvSpPr>
        <p:spPr>
          <a:xfrm>
            <a:off x="1097280" y="44805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828800" y="4480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운영 — 프론트엔드 (Port 3000)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60120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97280" y="4773168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Shape 61"/>
          <p:cNvSpPr/>
          <p:nvPr/>
        </p:nvSpPr>
        <p:spPr>
          <a:xfrm>
            <a:off x="1097280" y="480974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64" name="Text 62"/>
          <p:cNvSpPr/>
          <p:nvPr/>
        </p:nvSpPr>
        <p:spPr>
          <a:xfrm>
            <a:off x="1097280" y="480974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828800" y="48097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운영 — 백엔드 (Port 6000)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601200" y="4809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097280" y="5102352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7280" y="5138928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69" name="Text 67"/>
          <p:cNvSpPr/>
          <p:nvPr/>
        </p:nvSpPr>
        <p:spPr>
          <a:xfrm>
            <a:off x="1097280" y="51389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828800" y="51389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운영 — Nginx (Port 80)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601200" y="51389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97280" y="5431536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7280" y="546811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74" name="Text 72"/>
          <p:cNvSpPr/>
          <p:nvPr/>
        </p:nvSpPr>
        <p:spPr>
          <a:xfrm>
            <a:off x="1097280" y="54681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828800" y="54681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APK 빌드 및 PDA 설정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9601200" y="5468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97280" y="5760720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Shape 76"/>
          <p:cNvSpPr/>
          <p:nvPr/>
        </p:nvSpPr>
        <p:spPr>
          <a:xfrm>
            <a:off x="1097280" y="5797296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79" name="Text 77"/>
          <p:cNvSpPr/>
          <p:nvPr/>
        </p:nvSpPr>
        <p:spPr>
          <a:xfrm>
            <a:off x="1097280" y="57972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828800" y="57972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발생하는 오류 및 해결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9601200" y="57972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97280" y="6089904"/>
            <a:ext cx="91440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3" name="Shape 81"/>
          <p:cNvSpPr/>
          <p:nvPr/>
        </p:nvSpPr>
        <p:spPr>
          <a:xfrm>
            <a:off x="1097280" y="612648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84" name="Text 82"/>
          <p:cNvSpPr/>
          <p:nvPr/>
        </p:nvSpPr>
        <p:spPr>
          <a:xfrm>
            <a:off x="1097280" y="61264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828800" y="6126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점검 체크리스트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9601200" y="6126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시스템 아키텍처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/ 스마트폰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(Chrome 브라우저)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4630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463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:80 → :3000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63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(React)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start-preview.cjs :3000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74320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743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(Node.js)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Express API :6000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023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 (ERP)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172.17.1.59:1521/DAERP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6072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 /api 프록시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 oracledb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포트 / 서비스 구성표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방법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 (리버스프록시)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START-NGINX.bat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접속 창구 (DNS)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 (React)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START-SERVER.bat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정적 파일 + API 프록시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(Express)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START-SERVER.bat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DB 연동 API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DB (운영)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(기존 ERP 서버)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172.17.1.59/DAERP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DB (개발)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(기존 ERP 서버)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172.17.1.56/DAERP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9418320" y="146304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0976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🔀  요청 흐름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0" y="192024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사용자 접속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pda.dongasteel.co.kr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DNS → 서버 IP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61.107.76.23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Nginx :80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:3000 프록시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/api 요청만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:6000 프록시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백엔드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Oracle SP 호출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개발 환경 설치 (필수 프로그램)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Development Environment Setup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61288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61872"/>
            <a:ext cx="73152" cy="804672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1887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5361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v20 LTS 이상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17556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https://nodejs.org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0" y="118872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프론트엔드·백엔드 실행 런타임.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npm(패키지 매니저) 포함.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11612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9152"/>
            <a:ext cx="73152" cy="804672"/>
          </a:xfrm>
          <a:prstGeom prst="roundRect">
            <a:avLst>
              <a:gd name="adj" fmla="val 37500"/>
            </a:avLst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8600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2633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버전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852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https://git-scm.com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0" y="228600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버전 관리.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서버와 소스 동기화에 사용.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1161288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56432"/>
            <a:ext cx="73152" cy="804672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8328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IDE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3730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버전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3950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https://cursor.sh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0" y="338328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코딩 어시스턴트 내장 IDE.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기반, PDA 유지보수에 사용.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480560"/>
            <a:ext cx="11612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553712"/>
            <a:ext cx="73152" cy="804672"/>
          </a:xfrm>
          <a:prstGeom prst="roundRect">
            <a:avLst>
              <a:gd name="adj" fmla="val 37500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48056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280160" y="4526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Instant Client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80160" y="48280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21c 이상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50474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oracle.com/downloads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14800" y="44805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Node.js에서 Oracle DB 연결 시 필요.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서버·로컬 모두 설치 필요.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5623560"/>
            <a:ext cx="11612880" cy="777240"/>
          </a:xfrm>
          <a:prstGeom prst="roundRect">
            <a:avLst>
              <a:gd name="adj" fmla="val 11765"/>
            </a:avLst>
          </a:prstGeom>
          <a:solidFill>
            <a:srgbClr val="1E1E1E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562356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 확인 명령어 (CMD / PowerShell)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879592"/>
            <a:ext cx="112471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          # v20.x.x 확인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-v           # 10.x.x 확인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    # git version 2.x 확인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03920" y="11887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1234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Oracle Instant Client 설치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0" y="1600200"/>
            <a:ext cx="3017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oracle.com에서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instantclient-basic 다운로드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(Windows x64 ZIP)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압축 해제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C:\oracle\instantclient_21_x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환경변수 PATH에 추가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시스템 변수 → Path 편집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위 경로 추가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CMD 재실행 후 확인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서버에도 동일하게 설치!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프로젝트 폴더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Directory 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 (프론트엔드)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338328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C:\da_pda\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client/            ← 프론트엔드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src/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pages/    ← 화면 컴포넌트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Login.tsx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Main.tsx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LocationManagement.tsx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SlittingInput.tsx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LoadingRegistration.tsx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components/  ← 공통 컴포넌트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hooks/       ← 커스텀 훅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utils/       ← 유틸리티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App.tsx      ← 앱 진입점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dist/          ← 빌드 결과물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apk/           ← APK 파일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start-preview.cjs ← 운영 서버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START-SERVER.bat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vite.config.ts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package.json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 + deploy/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0" y="1444752"/>
            <a:ext cx="329184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server/            ← 백엔드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src/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routes/   ← API 라우트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location.ts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slitting.ts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loading.ts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email.ts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config/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database.ts ← DB연결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index.ts  ← 서버 진입점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dist/          ← 빌드 결과물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.env.development  ← 개발 환경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.env.production   ← 운영 환경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START-SERVER.bat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package.json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deploy/            ← 배포 설정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nginx-pda.conf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START-NGINX.bat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STOP-NGINX.bat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generate-*.mjs     ← PPT 스크립트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📁  주요 파일 역할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66420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pages/*.tsx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149840" y="16459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컴포넌트 (수정 대상)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138160" y="193852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pages/*.css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149840" y="1920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스타일시트 (디자인 수정)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138160" y="221284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start-preview.cjs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149840" y="2194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프론트서버 스크립트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138160" y="248716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2468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149840" y="2468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개발서버 설정 (:3000)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38160" y="276148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2743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routes/*.ts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149840" y="2743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(Oracle SP 호출)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138160" y="303580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017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config/database.ts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14984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연결 풀 설정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138160" y="331012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3291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.env.development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149840" y="3291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DB (.56)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138160" y="358444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.env.production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149840" y="3566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DB (.59)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138160" y="385876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nginx-pda.conf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149840" y="3840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 80→3000 프록시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38160" y="4133088"/>
            <a:ext cx="54864" cy="201168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832104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apk/da-pda.apk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149840" y="41148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/download APK 제공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663440"/>
            <a:ext cx="11612880" cy="1645920"/>
          </a:xfrm>
          <a:prstGeom prst="roundRect">
            <a:avLst>
              <a:gd name="adj" fmla="val 5556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수정 시 참고 — 어떤 파일을 수정해야 하나?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07492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 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파일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UI/로직 변경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Login.tsx, Main.tsx, LocationManagement.tsx 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client/src/pages/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디자인(CSS) 변경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Login.css, Main.css, LocationManagement.css 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client/src/pages/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로직 / SP 호출 변경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location.ts, slitting.ts, loading.ts, email.ts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server/src/routes/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접속 정보 변경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.env.development, .env.production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server/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 / DNS 변경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nginx-pda.conf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deploy/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로컬 개발 — 프론트엔드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 Development: 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PC에서 프론트엔드를 수정·확인하는 방법입니다.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의존성 설치 (최초 1회 또는 package.json 변경 시)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/ PowerShell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21762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C:\da_pda\client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서버 시작 (Vite Hot Reload)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17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개발 모드 (코드 수정 시 자동 반영)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27355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http://localhost:3000 에서 확인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(서버 배포용 정적 파일 생성)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프로덕션 빌드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437083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client/dist/ 폴더에 빌드 결과물 생성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46304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  vite.config.ts 핵심 설정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187452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E1E1E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client/vite.config.ts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83680" y="2130552"/>
            <a:ext cx="49377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defineConfig({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plugins: [react()],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server: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host: true,     // LAN 접속 허용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port: 3000,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proxy: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'/api':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target: 'http://localhost:5000',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changeOrigin: true,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20624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프론트엔드 명령어 요약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61772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run dev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서버 (Hot Reload)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run build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프로덕션 빌드 → dist/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run preview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결과 미리보기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4173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start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서버 (start-preview.cjs)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365760" y="493776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" y="4937760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개발 모드에서는 /api 요청이 localhost:5000으로 프록시됩니다.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터미널에서 서버(백엔드)도 실행해야 API가 동작합니다.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54864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488" y="5486400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npm run dev는 코드 저장 시 즉시 반영(Hot Reload)됩니다.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브라우저를 새로고침할 필요 없이 변경 사항을 확인할 수 있습니다.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65760" y="6035040"/>
            <a:ext cx="5486400" cy="320040"/>
          </a:xfrm>
          <a:prstGeom prst="roundRect">
            <a:avLst>
              <a:gd name="adj" fmla="val 1714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5488" y="6035040"/>
            <a:ext cx="5266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서버 배포 시에는 반드시 npm run build 후 dist/ 폴더를 복사!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로컬 개발 — 백엔드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 Development: 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의존성 설치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/ PowerShell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19476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C:\da_pda\server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서버 시작 (개발 DB 연결)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88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개발 모드 (ts-node-dev, 자동 재시작)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044952"/>
            <a:ext cx="5120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.env.development 사용 → 172.17.1.56 (개발DB)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Port 5000에서 실행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(TypeScript → JavaScript)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프로덕션 빌드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41655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server/dist/ 폴더에 .js 파일 생성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84632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빌드본 실행 (운영 DB 연결)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525780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257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프로덕션 실행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551383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start:prod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.env.production 사용 → 172.17.1.59 (운영DB)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28016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백엔드 명령어 비교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18872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run dev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(ts-node-dev)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(.56)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run dev:prod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(ts-node-dev)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(.59)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run start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빌드본 실행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npm run start:prod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빌드본 실행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(.59)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6217920" y="356616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 API 라우트 목록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97764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/api/health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index.ts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상태 확인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/api/location/*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routes/location.ts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적재위치 관리 (SP 호출)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/api/slitting/*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routes/slitting.ts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슬리팅 투입 (SP/SF 호출)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/api/loading/*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routes/loading.ts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상차등록 (SP 호출)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/api/email/*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routes/email.ts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이메일 발송 (nodemailer)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/api/db/test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index.ts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연결 테스트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Oracle DB 연결 설정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Database Connection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760720" cy="3200400"/>
          </a:xfrm>
          <a:prstGeom prst="roundRect">
            <a:avLst>
              <a:gd name="adj" fmla="val 3429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🗄️  DB 연결 구조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database.ts — 핵심 코드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901952"/>
            <a:ext cx="502920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server/src/config/database.ts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환경변수에서 DB 접속 정보 로드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dbUser = process.env.DB_USER       // daerp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dbPassword = process.env.DB_PASSWORD // daerp#2018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dbConnectString = process.env.DB_CONNECTION_STRING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개발: 172.17.1.56:1521/DAERP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운영: 172.17.1.59:1521/DAERP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Oracle Thick 모드 (Instant Client 필요)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oracledb.initOracleClient();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연결 풀 설정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poolMin: 0, poolMax: 10, poolTimeout: 60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DB 접속 정보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3035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457200"/>
                <a:gridCol w="731520"/>
                <a:gridCol w="7315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Password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172.17.1.56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DAERP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daerp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daerp#2018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172.17.1.59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DAERP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daerp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daerp#2018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217920" y="3200400"/>
            <a:ext cx="5669280" cy="3017520"/>
          </a:xfrm>
          <a:prstGeom prst="roundRect">
            <a:avLst>
              <a:gd name="adj" fmla="val 3636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 사용 중인 Oracle SP / SF 목록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65760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SP/SF 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호출 위치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SP_PDA_LOAD_SCAN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적재위치 데이터 저장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routes/location.ts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SP_PDA_PICKING_SEL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상차 피킹 목록 조회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routes/loading.ts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SP_PDA_PICKING_SAVE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상차 피킹 데이터 저장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routes/loading.ts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SP_PDA_PR09080_RET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상차 마스터 조회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routes/loading.ts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SF_GET_PDA_WK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슬리팅 데이터 조회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routes/slitting.ts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SF_GET_PDA_WK_DTL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슬리팅 상세 조회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routes/slitting.ts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SF_GET_PRO_LIST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목록 조회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routes/slitting.ts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SF_GET_WC_LIST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작업장 목록 조회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routes/slitting.ts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274320" y="4572000"/>
            <a:ext cx="576072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DB 연결 테스트 방법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49377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서버 실행 후 브라우저에서: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http://localhost:5000/api/db/test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{"status":"success"} 가 나오면 정상 연결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시: Oracle Instant Client 설치 확인, .env 파일 확인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환경변수(.env) 관리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Environment Variables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서버는 NODE_ENV 값에 따라 .env 파일을 자동 선택합니다.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server/.env.development  (개발 환경)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764792"/>
            <a:ext cx="512064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PORT=5000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NODE_ENV=development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Oracle Database (개발 DB)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DB_USER=daerp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DB_PASSWORD="daerp#2018"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DB_CONNECTION_STRING=172.17.1.56:1521/DAERP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SMTP Email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SMTP_HOST=mail.seah.co.kr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SMTP_PORT=25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576072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server/.env.production  (운영 환경)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0" y="1764792"/>
            <a:ext cx="539496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PORT=5000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NODE_ENV=production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Oracle Database (운영 DB)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DB_USER=daerp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DB_PASSWORD="daerp#2018"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DB_CONNECTION_STRING=172.17.1.59:1521/DAERP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SMTP Email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SMTP_HOST=mail.seah.co.kr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SMTP_PORT=25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977640"/>
            <a:ext cx="11612880" cy="1188720"/>
          </a:xfrm>
          <a:prstGeom prst="roundRect">
            <a:avLst>
              <a:gd name="adj" fmla="val 7692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🔄  환경 전환 원리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database.ts가 NODE_ENV 값을 읽어 .env.{NODE_ENV} 파일을 로드합니다.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npm run dev          → NODE_ENV=development → .env.development (개발DB .56)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npm run dev:prod     → NODE_ENV=production  → .env.production  (운영DB .59)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npm run start:prod   → NODE_ENV=production  → .env.production  (운영DB .59)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53492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5349240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DB_PASSWORD에 # 기호가 포함되어 있으므로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큰따옴표로 감싸야 합니다: DB_PASSWORD="daerp#2018"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5349240"/>
            <a:ext cx="5760720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5349240"/>
            <a:ext cx="5541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.env 파일은 Git에 커밋하지 않습니다.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 직접 생성하거나 별도로 관리하세요.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5943600"/>
            <a:ext cx="11612880" cy="41148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5943600"/>
            <a:ext cx="11393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서버의 START-SERVER.bat은 PORT=6000으로 설정합니다. 로컬 개발 시에는 기본 5000 포트를 사용합니다.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Cursor AI로 유지보수하는 방법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Maintenance with Cursor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943600" cy="5120640"/>
          </a:xfrm>
          <a:prstGeom prst="roundRect">
            <a:avLst>
              <a:gd name="adj" fmla="val 2679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 Cursor IDE 사용 가이드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열기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0848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실행 → File → Open Folder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C:\da_pda 폴더 선택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모드 활용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Ctrl+I (또는 Cmd+I) 로 AI 채팅 열기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자연어(한국어)로 수정 요청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"적재위치관리에서 칼럼 추가해줘"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11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Ask 모드 활용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7673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이해·질문 시 사용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"이 SP_PDA_LOAD_SCAN 호출 흐름 설명해줘"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수정 없이 코드 분석만 받기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35254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52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@ 참조 활용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6085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@파일명 으로 특정 파일 참조하며 대화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@LocationManagement.tsx 이 파일에서...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AI가 해당 파일 컨텍스트를 자동 인식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5193792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193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5193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생성 후 검증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54498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생성한 코드를 Accept/Reject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run dev로 즉시 확인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오류 시 에러 메시지를 AI에 전달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1188720"/>
            <a:ext cx="5486400" cy="5120640"/>
          </a:xfrm>
          <a:prstGeom prst="roundRect">
            <a:avLst>
              <a:gd name="adj" fmla="val 2679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유용한 프롬프트 예시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0" y="182880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추가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0" y="21214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"상차등록에 인쇄 버튼을 추가하고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클릭하면 테이블 내용을 PDF로 생성해줘"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83680" y="2633472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6334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 수정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8368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"슬리팅 투입에서 바코드 스캔 시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오류가 발생해: [오류메시지 붙여넣기]"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83680" y="343814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438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수정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83680" y="37307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"@LoadingRegistration.css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헤더 색상을 파란색으로 변경해줘"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83680" y="424281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242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 연동 추가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83680" y="4535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"새로운 SP_PDA_NEW_FUNC를 호출하는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API를 만들어줘. 파라미터는 [...]"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5047488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5047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이해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83680" y="53400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"@database.ts 이 파일의 연결 풀 구조와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 처리 방식을 설명해줘" (Ask 모드)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83680" y="585216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5852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구성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83680" y="61447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"Nginx에서 HTTPS를 적용하려면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설정해야 하는지 알려줘" (Ask 모드)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요구사항 수정 프로세스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Change Request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1783080" cy="3200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접수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현업에서 수정/추가 요청 접수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(예: "바코드 칼럼 추가", "버튼 색상 변경")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1945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1280160"/>
            <a:ext cx="1783080" cy="3200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13716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9456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4028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 범위 파악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67712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수정이 필요한 파일 확인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화면 수정 → client/src/pages/*.tsx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API 수정 → server/src/routes/*.ts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SP 수정 → ERP 담당자 협의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77640" y="21945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1280160"/>
            <a:ext cx="1783080" cy="3200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371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1480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6052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로컬에서 수정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87952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AI로 코드 수정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npm run dev 로 즉시 확인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프론트/백엔드 모두 로컬 테스트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97880" y="21945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1280160"/>
            <a:ext cx="1783080" cy="3200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137160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3504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🔨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8076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08192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 client &amp;&amp; npm run build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 server &amp;&amp; npm run build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dist/ 폴더에 빌드 결과물 생성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18120" y="21945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1280160"/>
            <a:ext cx="1783080" cy="3200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9640" y="137160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95528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00100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배포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028432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결과물을 서버에 복사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서버에서 프로세스 재시작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(상세: 다음 페이지)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738360" y="21945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875520" y="1280160"/>
            <a:ext cx="1783080" cy="3200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69880" y="137160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104698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87552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921240" y="2377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확인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948672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PDA에서 접속하여 최종 확인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현업 담당자에게 완료 통보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4754880"/>
            <a:ext cx="116128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수정 유형별 관련 파일 가이드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6636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 유형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파일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재시작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텍스트/디자인 변경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client/src/pages/*.tsx, *.css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 빌드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프론트만 재시작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로직 변경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server/src/routes/*.ts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빌드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백엔드만 재시작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SP/SF 연동 추가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server/src/routes/*.ts + 프론트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양쪽 모두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양쪽 모두 재시작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Nginx/DNS 변경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deploy/nginx-pda.conf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Nginx만 재시작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빌드 및 서버 배포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&amp; Deploy to Server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669280" cy="256032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🔨  Step 1: 로컬에서 빌드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로컬 PC에서 실행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901952"/>
            <a:ext cx="493776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프론트엔드 빌드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C:\da_pda\client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client/dist/ 폴더 생성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백엔드 빌드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C:\da_pda\server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server/dist/ 폴더 생성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5669280" cy="2560320"/>
          </a:xfrm>
          <a:prstGeom prst="roundRect">
            <a:avLst>
              <a:gd name="adj" fmla="val 4286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📤  Step 2: 서버에 복사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빌드 결과물을 서버(C:\da_pda)에 복사합니다.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1) 원격 데스크톱(RDP)으로 서버 접속 → 폴더 드래그 복사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2) Git push → 서버에서 git pull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3) USB 또는 공유 폴더 이용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대상: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client/dist/ → 서버 C:\da_pda\client\dist\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server/dist/ → 서버 C:\da_pda\server\dist\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11612880" cy="2377440"/>
          </a:xfrm>
          <a:prstGeom prst="roundRect">
            <a:avLst>
              <a:gd name="adj" fmla="val 4615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🔄  Step 3: 서버에서 프로세스 재시작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서버에서 CMD 창을 열어 실행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4690872"/>
            <a:ext cx="49377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백엔드 재시작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C:\da_pda\server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START-SERVER.bat           # 개발 모드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START-SERVER-PROD.bat      # 운영 모드 (빌드본)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프론트엔드 재시작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C:\da_pda\client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START-SERVER.bat           # 3000 포트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44348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재시작 순서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기존 CMD 창을 모두 닫기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백엔드 먼저 시작 (6000 포트)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프론트엔드 시작 (3000 포트)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Nginx는 이미 실행 중이면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별도 재시작 불필요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브라우저에서 접속 확인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http://pda.dongasteel.co.kr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서버 운영 — 프론트엔드 (Port 3000)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Server: 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client/START-SERVER.bat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53035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client/START-SERVER.bat 내용: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3000 포트 기존 프로세스 종료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/f "tokens=5" %%a in (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'netstat -ano | findstr :3000 | findstr LISTENING'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do taskkill /PID %%a /F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[2] 프론트엔드 시작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PORT=3000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BACKEND_URL=http://localhost:6000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start-preview.cjs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start-preview.cjs 핵심 구조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0" y="1444752"/>
            <a:ext cx="53035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start-preview.cjs 주요 기능: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dist/ 폴더의 정적 파일 서빙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app.use(express.static(distPath));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/api → localhost:6000 프록시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app.use('/api', createProxyMiddleware({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target: BACKEND_URL,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/download → APK 다운로드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app.get('/download', ...);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1161288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프론트엔드 서버 점검 사항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방법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상태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실행 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CMD 창에서 "Frontend: http://0.0.0.0:3000" 확인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 출력 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페이지 접속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http://서버IP:3000 브라우저 접속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화면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프록시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http://서버IP:3000/api/health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{"status":"ok"} 응답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APK 다운로드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http://서버IP:3000/download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APK 파일 다운로드 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 확인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client/server-log.txt 파일 확인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오류 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274320" y="6263640"/>
            <a:ext cx="11612880" cy="18288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6263640"/>
            <a:ext cx="11393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CMD 창이 닫히면 프론트 서버도 중지됩니다. 서버 재부팅 시 반드시 START-SERVER.bat 을 다시 실행해야 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서버 운영 — 백엔드 (Port 6000)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Server: 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파일 비교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530352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server/START-SERVER.bat (개발 모드)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PORT=6000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# ts-node-dev (소스 수정시 자동 재시작)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server/START-SERVER-PROD.bat (운영 모드)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PORT=6000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start  # 빌드본(dist/index.js) 실행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서버 포트 주의사항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서버에서는 PORT=6000 으로 실행 (BAT에서 설정)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프론트엔드(start-preview.cjs)가 /api 요청을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localhost:6000으로 프록시합니다.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로컬 개발 시에는 기본 PORT=5000 사용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(vite proxy가 5000으로 연결)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서버와 로컬의 포트가 다릅니다!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566928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 포트가 이미 사용 중일 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server/KILL-PORT.bat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867912"/>
            <a:ext cx="49377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KILL-PORT.bat 사용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KILL-PORT.bat 6000    # 6000번 포트 강제 종료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KILL-PORT.bat 3000    # 3000번 포트 강제 종료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754880"/>
            <a:ext cx="1161288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백엔드 서버 점검 사항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663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방법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상태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실행 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CMD에 "Server is running on http://0.0.0.0:6000"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 출력 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연결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http://서버IP:6000/api/db/test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{"status":"success"}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응답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http://서버IP:6000/api/health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{"status":"ok"}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CMD 로그: "Oracle DB connection pool created"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 출력 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217920" y="3200400"/>
            <a:ext cx="5669280" cy="13716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서버 시작 순서 (재부팅 후)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0" y="36118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server 폴더에서 START-SERVER.bat 실행 (포트 6000)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"Server is running" + "Oracle DB pool created" 확인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client 폴더에서 START-SERVER.bat 실행 (포트 3000)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deploy 폴더에서 START-NGINX.bat 실행 (포트 80)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http://pda.dongasteel.co.kr 접속하여 최종 확인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서버 운영 — Nginx (Port 80)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Server: Nginx Reverse Proxy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Nginx는 외부 접속(80포트)을 내부 프론트엔드(3000포트)로 전달하는 리버스 프록시입니다.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nginx-pda.conf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764792"/>
            <a:ext cx="53035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deploy/nginx-pda.conf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listen 80;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server_name pda.dongasteel.co.kr;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 /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proxy_pass http://127.0.0.1:3000;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proxy_http_version 1.1;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proxy_set_header Host $host;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proxy_set_header X-Real-IP $remote_addr;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0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  Nginx 관리 명령어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deploy\START-NGINX.bat 실행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(또는 nginx.exe -c "C:\da_pda\deploy\nginx-pda.conf")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중지: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deploy\STOP-NGINX.bat 실행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(또는 nginx.exe -s stop)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변경 후 적용: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nginx.exe -s reload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977640"/>
            <a:ext cx="5669280" cy="2286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  DNS 설정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도메인:  pda.dongasteel.co.kr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IP: 61.107.76.23 (외부 IP)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IP: 172.17.1.x (사내 네트워크)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A 레코드가 서버 외부 IP를 가리키고 있어야 합니다.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방화벽에서 80번 포트 인바운드가 허용되어야 합니다.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변경이 필요하면 네트워크 관리자에게 요청하세요.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669280" cy="2286000"/>
          </a:xfrm>
          <a:prstGeom prst="roundRect">
            <a:avLst>
              <a:gd name="adj" fmla="val 4800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📥  Nginx 설치 (최초 1회)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4348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https://nginx.org/en/download.html 에서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Windows 안정 버전 다운로드 (nginx-1.26.x.zip)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C:\da_pda\ 에 압축 해제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C:\da_pda\nginx-1.26.2\nginx.exe 생성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START-NGINX.bat이 자동으로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nginx.exe 위치를 탐색합니다.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방화벽: Windows 방화벽에서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80포트 인바운드 규칙 추가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APK 빌드 및 PDA 설정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APK Build &amp; PDA Configuration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669280" cy="3200400"/>
          </a:xfrm>
          <a:prstGeom prst="roundRect">
            <a:avLst>
              <a:gd name="adj" fmla="val 3429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📱  APK 빌드 방법 (Capacitor)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APK는 내부적으로 서버 URL을 웹뷰로 로드하는 래퍼 앱입니다.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APK 빌드 핵심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221992"/>
            <a:ext cx="493776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capacitor.config.ts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config =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appId: 'com.dongasteel.dapda',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appName: 'DA PDA',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webDir: 'dist',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server: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url: 'http://pda.dongasteel.co.kr:3000',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cleartext: true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빌드 순서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client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         # 프론트 빌드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cap sync android    # Capacitor 동기화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Android Studio에서 APK 생성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669280" cy="3200400"/>
          </a:xfrm>
          <a:prstGeom prst="roundRect">
            <a:avLst>
              <a:gd name="adj" fmla="val 3429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📲  PDA에 APK 설치 방법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PDA에서 Chrome 열고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http://pda.dongasteel.co.kr/download 접속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22860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APK 파일 다운로드 완료 후 열기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27889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788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'출처를 알 수 없는 앱 설치 허용'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(설정 → 보안에서 활성화)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32918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3291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완료 → 홈화면에 DA PDA 아이콘 생성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37947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3794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실행 → 자동으로 웹 서버에 접속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572000"/>
            <a:ext cx="116128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📁  APK 파일 관리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983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APK 파일 위치: client/apk/da-pda.apk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다운로드 URL: http://pda.dongasteel.co.kr/download  (또는 :3000/download)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APK를 갱신하려면: 새 APK 파일을 client/apk/da-pda.apk로 덮어쓰기 → 프론트 서버 재시작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웹뷰 래퍼이므로 서버 코드만 수정하면 APK 재설치 없이 변경 사항이 반영됩니다!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APK 재빌드가 필요한 경우: 앱 이름 변경, 아이콘 변경, 서버 URL 변경 시에만 해당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자주 발생하는 오류 및 해결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Common Errors &amp; Solutions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17 / 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1612880" cy="804672"/>
          </a:xfrm>
          <a:prstGeom prst="roundRect">
            <a:avLst>
              <a:gd name="adj" fmla="val 6818"/>
            </a:avLst>
          </a:prstGeom>
          <a:solidFill>
            <a:srgbClr val="FAFAF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97864"/>
            <a:ext cx="64008" cy="685800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4300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EADDRINUSE: 포트 사용 중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0" y="11430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KILL-PORT.bat [포트번호] 실행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또는 CMD: netstat -ano | findstr :포트번호 → taskkill /PID xxxx /F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기존 CMD 창이 닫히지 않았는지 확인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116128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93976"/>
            <a:ext cx="64008" cy="685800"/>
          </a:xfrm>
          <a:prstGeom prst="roundRect">
            <a:avLst>
              <a:gd name="adj" fmla="val 28571"/>
            </a:avLst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3911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 연결 실패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(NJS-500, ORA-12541)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0" y="203911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Oracle Instant Client 설치 확인 (PATH에 추가됐는지)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.env 파일의 DB_CONNECTION_STRING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서버↔DB 서버 간 네트워크(ping)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DB 서버 리스너 상태 확인 (DBA에게 문의)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35224"/>
            <a:ext cx="11612880" cy="804672"/>
          </a:xfrm>
          <a:prstGeom prst="roundRect">
            <a:avLst>
              <a:gd name="adj" fmla="val 6818"/>
            </a:avLst>
          </a:prstGeom>
          <a:solidFill>
            <a:srgbClr val="FAFAF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90088"/>
            <a:ext cx="64008" cy="685800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35224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run build 실패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(TypeScript 오류)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935224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오류 메시지 확인 (어떤 파일, 몇 번째 줄)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Cursor AI에 오류 메시지 전달하여 수정 요청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node_modules 삭제 후 npm install 재실행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831336"/>
            <a:ext cx="116128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86200"/>
            <a:ext cx="64008" cy="68580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31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 80 포트 사용 중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3831336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다른 웹서버(IIS 등)가 80포트를 사용 중인지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netstat -ano | findstr :80 으로 PID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IIS를 사용 중이면 중지: iisreset /stop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4727448"/>
            <a:ext cx="11612880" cy="804672"/>
          </a:xfrm>
          <a:prstGeom prst="roundRect">
            <a:avLst>
              <a:gd name="adj" fmla="val 6818"/>
            </a:avLst>
          </a:prstGeom>
          <a:solidFill>
            <a:srgbClr val="FAFA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782312"/>
            <a:ext cx="64008" cy="6858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72744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 요청 502 Bad Gateway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0" y="472744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백엔드 서버(6000)가 실행 중인지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CMD 창에서 백엔드 로그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프론트엔드의 BACKEND_URL이 http://localhost:6000 인지 확인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5623560"/>
            <a:ext cx="116128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5678424"/>
            <a:ext cx="64008" cy="685800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62356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PDA에서 접속 안됨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562356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서버 방화벽 80포트 인바운드 허용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DNS(pda.dongasteel.co.kr) → 서버IP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Nginx, 프론트, 백엔드 3개 모두 실행 중인지 확인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PDA의 LTE/Wi-Fi 연결 상태 확인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운영 점검 체크리스트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Operations Checklist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 운영·유지보수 매뉴얼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18 / 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재부팅 또는 장애 발생 시 아래 체크리스트를 순서대로 확인하세요.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11612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41148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명령어 / 확인 방법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결과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server\START-SERVER.bat (또는 PROD.bat)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"Server running on :6000"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연결 확인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http://서버IP:6000/api/db/test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{"status":"success"}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 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client\START-SERVER.bat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"Frontend: http://0.0.0.0:3000"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 접속 확인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http://서버IP:3000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화면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 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deploy\START-NGINX.bat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"Nginx 가 실행 중입니다"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접속 확인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http://pda.dongasteel.co.kr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화면 표시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프록시 확인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http://pda.dongasteel.co.kr/api/health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{"status":"ok"}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PDA 실제 테스트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PDA에서 접속 → 로그인 → 바코드 스캔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동작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475488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 일상 점검 사항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1663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CMD 창 3개 (백엔드, 프론트, Nginx) 실행 중인지 확인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서버 디스크 용량 확인 (로그 파일 누적)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Oracle DB 서버 상태 확인 (ERP 담당자)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PDA에서 실제 스캔 테스트 1회 수행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0" y="475488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  긴급 대응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51663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접속 불가 시: 서버 원격접속 → 3개 프로세스 확인 → 재시작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DB 오류 시: server-log.txt 확인 → ERP DBA에게 공유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코드 오류 시: 오류 로그 캡처 → Cursor AI에 전달하여 수정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네트워크 오류 시: 방화벽/DNS 확인 → 네트워크 관리자 협조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동아스틸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PDA 시스템 매뉴얼</dc:title>
  <dc:subject>DA PDA 시스템 운영·유지보수 매뉴얼</dc:subject>
  <dc:creator>동아스틸 IT팀</dc:creator>
  <cp:lastModifiedBy>동아스틸 IT팀</cp:lastModifiedBy>
  <cp:revision>1</cp:revision>
  <dcterms:created xsi:type="dcterms:W3CDTF">2026-04-02T05:28:03Z</dcterms:created>
  <dcterms:modified xsi:type="dcterms:W3CDTF">2026-04-02T05:28:03Z</dcterms:modified>
</cp:coreProperties>
</file>