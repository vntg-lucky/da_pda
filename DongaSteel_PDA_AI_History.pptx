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TF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 를 활용한 실전 개발 프로세스와 성과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54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ERP 업무 내 PDA 시스템 프로젝트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03  |  AI TF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474720" cy="384048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87552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95360" y="3108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875520" y="3108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04672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 × PDA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초기 목표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Initial Goals &amp; Background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  |  AI TF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F0F4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 초기 목표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47672"/>
            <a:ext cx="73152" cy="713232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8745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업무 활용 가능성 검토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1671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실제 업무에 적용할 수 있는지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적응 단계로서의 검토 진행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99232"/>
            <a:ext cx="73152" cy="713232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260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PDA 시스템 내재화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2186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순천공장에서 사용 중인 PDA 시스템의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내재화 가능성을 목표로 설정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대체 가능성 확인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50792"/>
            <a:ext cx="73152" cy="713232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76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전환 필요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2702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Eclipse + JavaScript 환경에서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기술 스택으로의 전환 필요성 인식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02352"/>
            <a:ext cx="73152" cy="713232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02920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5029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Third-party 운영 비용 절감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53218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업체 의존 비용을 줄이고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개발·유지보수 역량 확보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118872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기존 환경의 문제점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18745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87452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49440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 기술 스택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2194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Eclipse + JavaScript 기반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어려움, 개발자 확보 난이도 높음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29260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92608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✕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49440" y="2971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의존성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49440" y="32461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Third-party 솔루션 운영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부담 및 커스터마이징 제한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39776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397764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✕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49440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대응 한계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4297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추가/수정에 긴 리드타임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요구사항에 빠른 대응 불가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50292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502920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✕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49440" y="5074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 부족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49440" y="5349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 의존으로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기술 역량 축적 미흡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좋은 기회가 생겨 목표 변경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Goal Transition — New Opportunity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  |  AI TF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572000" cy="2560320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— 초기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AI 업무 활용 가능성 검토 단계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기존 PDA 내재화 가능성 확인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순천공장 PDA 대체 가능성 타진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AI 연습 및 적응 단계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9E0B"/>
                </a:solidFill>
              </a:rPr>
              <a:t>▶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5943600" cy="2560320"/>
          </a:xfrm>
          <a:prstGeom prst="roundRect">
            <a:avLst>
              <a:gd name="adj" fmla="val 5357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— 실전 프로젝트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동아스틸 PDA 개발 프로젝트 제안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동아스틸 ERP 업무 내 PDA 시스템 개발 진행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기술 전환: React + TypeScript 기반 개발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Cursor AI를 활용한 실전 개발 프로세스 실시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AI 연습이 아닌 실전으로 바로 참여!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11612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🚀  목표 변경의 핵심 포인트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프로젝트 수행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단계를 넘어 실제 고객사(동아스틸) 프로젝트로 전환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46634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709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29000" y="5074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기술 스택 적용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5349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+ TypeScript + Node.js + Vite로 완전한 기술 전환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46634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709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09360" y="5074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 내 신규 매출 증대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5349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역량이 실제 사업 성과(매출)로 연결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098280" y="46634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47091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189720" y="5074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실전 적용 선례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89720" y="5349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AI를 활용한 실전 개발 프로세스의 성공 사례 확보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AI TF History — 기술 전환 여정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Technology Evolution Journey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  |  AI TF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743200" cy="48463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801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63040" y="1280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장벽 발생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🚧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Kotlin 개발 시도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Android 네이티브 앱 개발 시도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64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개발 환경 통일 문제 발생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6484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느린 에뮬레이터 속도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32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팀원 간 환경 차이로 협업 어려움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00400" y="1188720"/>
            <a:ext cx="2743200" cy="48463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2801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1280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 발생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3756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Flutter 전환 시도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2880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크로스 플랫폼 프레임워크 검토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64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동아스틸 신규 프로젝트 제안 접수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6484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Flutter 학습 곡선 고려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4032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새로운 방향 모색의 계기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26480" y="1188720"/>
            <a:ext cx="2743200" cy="484632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2801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1280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확인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2648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6364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Native 검토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2880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TypeScript + React Native 시도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3264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앱 유지보수의 한계 확인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36484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현장 대응 미비 (앱스토어 배포)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4032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업데이트 배포 절차 복잡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86968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052560" y="1188720"/>
            <a:ext cx="2743200" cy="48463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0" y="12801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241280" y="128016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최종 결정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05256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918972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Web-App 최종 선택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235440" y="2880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TypeScript + React + Node.js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235440" y="32644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웹 형태로 유지보수 극대화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235440" y="36484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사용자/관리자 편의 증대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235440" y="4032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Cursor AI 활용 최적 환경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6126480"/>
            <a:ext cx="11612880" cy="32004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61264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Kotlin → Flutter → React Native → Web-App (TypeScript + React + Node.js)  ✅  최종 채택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AI 주도 개발 프로세스 — Cursor AI 활용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AI-Driven Development Process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  |  AI TF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28016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요구사항을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자연어로 Cursor에 입력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(한국어 프롬프트)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2103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7560" y="118872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2801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코드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AI가 요구사항 기반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React/TypeScript 코드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2103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118872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128016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1792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&amp;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코드 검토 후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지시로 수정·보완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대화형 개발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23960" y="2103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98280" y="118872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128016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996696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9828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8972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&amp;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89720" y="30175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브라우저 확인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테스트 → 피드백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 배포 가능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1161288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Cursor AI 구체적 활용 내역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프론트엔드 전체 코드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+ TypeScript 컴포넌트, 페이지 라우팅, CSS 스타일링을 대화형으로 생성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4709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백엔드 API 설계·구현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+ Express REST API, Oracle DB 연동 라우트 자동 생성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5212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Oracle SP 연동 로직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SP_PDA_LOAD_SCAN, SP_PDA_PICKING_SEL 등 SP 호출 코드 자동화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5212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UI/UX 최적화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0392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기기 특화 UI, 다크모드, 반응형 레이아웃, 바코드 스캐너 연동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5715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디버깅 · 리팩토링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0" y="5715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분석 및 수정안 즉시 제안, 코드 품질 개선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5715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문서·보고서 자동 생성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5715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 결과보고서, 사용자 매뉴얼 등 PptxGenJS 스크립트 자동 작성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AI 주도 개발 — 실제 개발 흐름 상세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Detailed AI Development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  |  AI TF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943600" cy="5029200"/>
          </a:xfrm>
          <a:prstGeom prst="roundRect">
            <a:avLst>
              <a:gd name="adj" fmla="val 2727"/>
            </a:avLst>
          </a:prstGeom>
          <a:solidFill>
            <a:srgbClr val="F0F9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개발 진행 흐름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167128"/>
            <a:ext cx="27432" cy="411480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구조 설계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Cursor에 "React+TypeScript PDA 시스템 구조 생성" 지시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Vite 프로젝트, 라우팅, 폴더 구조 자동 생성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44368"/>
            <a:ext cx="27432" cy="411480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560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단위 개발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"로그인 화면 만들어줘" → "적재위치관리 화면 만들어줘"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각 페이지를 자연어 요청으로 순차 개발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721608"/>
            <a:ext cx="27432" cy="411480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SP 연동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 명세서를 Cursor에 전달 → 백엔드 API 자동 생성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프론트엔드 fetch 호출 코드도 동시에 생성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27432" cy="411480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피드백 반영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"바코드 스캔 시 소리 나게 해줘" "다크모드 추가해줘"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현업 요청을 즉시 AI에 전달하여 당일 반영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493776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5276088"/>
            <a:ext cx="27432" cy="411480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892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· 디버깅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5166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발생 시 에러 메시지를 Cursor에 붙여넣기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원인 분석 + 수정 코드 즉시 제안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571500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5715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" y="5669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 · 보고서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5943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"PPT 결과보고서 만들어줘" → PptxGenJS 코드 자동 생성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사용자 매뉴얼도 AI가 코드로 작성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0" y="1188720"/>
            <a:ext cx="5486400" cy="2560320"/>
          </a:xfrm>
          <a:prstGeom prst="roundRect">
            <a:avLst>
              <a:gd name="adj" fmla="val 5357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1234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  AI 활용 생산성 효과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83680" y="17830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17830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3~5배 ↑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55280" y="1783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속도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55280" y="19476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코드·보일러플레이트 자동 생성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0" y="22402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22402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 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55280" y="2240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 시간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955280" y="24048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분석 + 수정안 즉시 제안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0" y="26974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2697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 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55280" y="2697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 비용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955280" y="28620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보고서·매뉴얼 코드 자동 작성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0" y="31546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0" y="3154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 반영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955280" y="31546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대응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55280" y="33192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요청 → AI 개발 → 즉시 배포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0080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512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프로젝트 산출물 (AI 생성)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67512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프론트엔드 9개 TSX 컴포넌트 (로그인, 메인, 기능3종, 컴포넌트4종)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75120" y="47274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백엔드 8개 TS 모듈 (라우트4종, 설정, DB연동)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75120" y="50200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CSS 스타일시트 8개 (반응형, 다크모드 대응)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5312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Oracle SP 연동 로직 (적재위치/슬리팅/상차/이메일)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75120" y="5605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결과보고서 PPT 생성 스크립트 (22페이지)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75120" y="5897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사용자 매뉴얼 PPT 생성 스크립트 (19페이지)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AI 적용의 과제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Challenges in AI-Driven Development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  |  AI TF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AI를 실전 프로젝트에 적용하면서 확인된 과제와 선행 조건입니다.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59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600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시스템 이해도 — 담당자 협업 필수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19019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ERP와의 연동 작업(프로시저, 함수 등)에 있어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시스템에 대한 깊은 이해도는 AI가 대체할 수 없는 영역입니다.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담당자의 역할이 매우 크고 중요하며, 긴밀한 협업이 필수적입니다.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69164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78308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719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핵심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0" y="1938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코드를 생성하지만, 업무 로직과 SP 명세는 ERP 담당자의 도메인 지식에 의존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디자인 — 기본 문법 지식 필요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313639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디자인 구성에 있어 미묘한 차이가 존재하며,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생성한 CSS/HTML을 세밀하게 조정하려면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정도의 CSS, HTML 문법 지식이 필요합니다.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292608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301752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953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핵심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32320" y="3172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90%를 생성하더라도, 나머지 10%의 미세 조정은 개발자의 기본기가 좌우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069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64592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인프라 구성 — AI가 직접 관여 불가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45920" y="43708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서버의 백엔드·프론트엔드 배포 환경을 구성함에 있어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AI가 서버에 직접 접근할 수 없기 때문에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 모드로 전환하여 안내받은 내용을 일일이 따라 수행해야 합니다.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416052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425196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핵심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32320" y="44074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설치, 방화벽, DNS 구성, IP 설정 등 인프라 작업은 수동으로 직접 구성 필수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525780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349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97280" y="5303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645920" y="5303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역량 — AI 활용 숙련도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645920" y="560527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잘 활용하고, 효과적인 프롬프트를 작성하며,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Cursor의 다양한 기능(Agent/Ask/Edit 모드, @참조 등)을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충분히 숙지해야 원하는 결과물을 정확히 구현할 수 있습니다.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539496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0" y="5486400"/>
            <a:ext cx="64008" cy="640080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7132320" y="5422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핵심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32320" y="56418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도구일 뿐, 도구를 다루는 사람의 역량이 결과물의 품질을 결정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6080760"/>
            <a:ext cx="11612880" cy="36576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강력한 도구이지만, 도메인 지식 · 기본 개발 역량 · 인프라 경험 · 프롬프트 숙련도가 뒷받침되어야 최대의 효과를 발휘합니다.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결론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  |  AI TF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 새로운 기회와 도전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주도 개발 프로세스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 연구 및 적용을 통한 개발 효율화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8775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328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실전 적용 검증 완료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8072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AI를 활용하여 실제 고객사 PDA 시스템을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설계부터 배포까지 전 과정 수행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643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01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전환 성공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67588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Eclipse + JS → React + TypeScript + Node.js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웹 기술 스택으로 완전 전환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32511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702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생산성 극대화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5445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코드 생성, 디버깅, 문서화를 통해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 팀으로 대규모 프로젝트 수행 입증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51206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19379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38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 달성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4132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의존에서 벗어나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개발·유지보수 역량 확보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8872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 신규 매출 증대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성공적인 프로젝트 수행을 통한 기술 내재화 및 사업 확장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28600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35915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3042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매출 기여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25786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TF 역량이 실제 매출로 연결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 내 신규 사업 모델 확보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315468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322783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1729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레퍼런스 확보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344728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프로젝트 성공 사례로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프로젝트 수주 기반 마련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402336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409651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041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가능성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66560" y="43159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기술 스택으로 타 고객사·타 업무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PDA/MES 시스템 확대 적용 가능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489204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4965192"/>
            <a:ext cx="73152" cy="548640"/>
          </a:xfrm>
          <a:prstGeom prst="roundRect">
            <a:avLst>
              <a:gd name="adj" fmla="val 37500"/>
            </a:avLst>
          </a:prstGeom>
          <a:solidFill>
            <a:srgbClr val="EA580C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49103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역량 강화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66560" y="51846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개발 노하우 축적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역량 향상 및 차세대 프로젝트 대비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6080760"/>
            <a:ext cx="1161288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연습 → 실전 적용 → 매출 기여 → 기술 내재화 — AI TF의 성공적인 첫 걸음 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PDA 프로젝트 History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Cursor AI × 동아스틸 PDA 시스템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4754880"/>
            <a:ext cx="5788152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4754880"/>
            <a:ext cx="5788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TF  |  2025. 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동아스틸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PDA 프로젝트 History</dc:title>
  <dc:subject>AI 활용 PDA 프로젝트 History</dc:subject>
  <dc:creator>AI TF</dc:creator>
  <cp:lastModifiedBy>AI TF</cp:lastModifiedBy>
  <cp:revision>1</cp:revision>
  <dcterms:created xsi:type="dcterms:W3CDTF">2026-03-30T08:13:46Z</dcterms:created>
  <dcterms:modified xsi:type="dcterms:W3CDTF">2026-03-30T08:13:46Z</dcterms:modified>
</cp:coreProperties>
</file>