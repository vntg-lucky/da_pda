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PDA 시스템 구축</a:t>
            </a:r>
            <a:endParaRPr lang="en-US" sz="4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결과보고서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기반 모바일 PDA 시스템으로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물류 혁신 실현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IT팀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657600" cy="4114800"/>
          </a:xfrm>
          <a:prstGeom prst="rect">
            <a:avLst>
              <a:gd name="adj" fmla="val 3750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📱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8046720" y="3657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 Logistics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37160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및 목표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187452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196596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아키텍처 및 네트워크 구성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46888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256032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/ 백엔드 / 데이터베이스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306324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15468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00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 / 슬리팅투입 / 상차등록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365760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374904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436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로그인, 메인, 기능별 화면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71600" y="425196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1600" y="434340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4343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28600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대비 LTE 개선점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방식 비교 분석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71600" y="484632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71600" y="493776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4937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8600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4360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 / 정성적 효과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71600" y="5440680"/>
            <a:ext cx="8686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371600" y="5532120"/>
            <a:ext cx="640080" cy="457200"/>
          </a:xfrm>
          <a:prstGeom prst="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5532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286000" y="5532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43600" y="5532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및 고도화 방안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프로젝트 개요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486400" cy="2377440"/>
          </a:xfrm>
          <a:prstGeom prst="rect">
            <a:avLst>
              <a:gd name="adj" fmla="val 3846"/>
            </a:avLst>
          </a:prstGeom>
          <a:solidFill>
            <a:srgbClr val="F0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기존 수기/엑셀 기반 재고 관리의 비효율성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실시간 데이터 연동 부재로 인한 재고 오차 발생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기존 AP(Wi-Fi) 방식 PDA의 통신 불안정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넓은 야적장/창고에서 Wi-Fi 사각지대 문제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스마트 물류 시스템 구축 필요성 증대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486400" cy="2377440"/>
          </a:xfrm>
          <a:prstGeom prst="rect">
            <a:avLst>
              <a:gd name="adj" fmla="val 3846"/>
            </a:avLst>
          </a:prstGeom>
          <a:solidFill>
            <a:srgbClr val="FFF3E0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LTE 기반 모바일 PDA 시스템 구축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Oracle ERP 연동 실시간 재고/물류 관리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바코드 스캔 기반 정확한 데이터 수집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적재위치 / 슬리팅투입 / 상차 업무 전산화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현장 작업자 편의성 극대화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1247120" cy="2377440"/>
          </a:xfrm>
          <a:prstGeom prst="rect">
            <a:avLst>
              <a:gd name="adj" fmla="val 3846"/>
            </a:avLst>
          </a:prstGeom>
          <a:solidFill>
            <a:srgbClr val="E8F5E9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23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범위 및 추진 기간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8056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503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 PDA (동아스틸 PDA 시스템)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업무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적재위치관리, 슬리팅 투입, 상차등록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작업자 (창고/야적장/생산라인)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접속 방식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모바일 + 웹앱 (APK 배포)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접속 주소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http://pda.dongasteel.co.kr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시스템 구성도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 PDA / 모바일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바코드 스캔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데이터 조회/입력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APK 앱 또는 브라우저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LTE 통신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LTE 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FF8E1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프론트엔드 서버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React + TypeScript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Vite 빌드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Port: 3000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API 프록시 → 6000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/api  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E8F5E9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 백엔드 서버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Node.js + Express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TypeScript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Port: 6000 (운영)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RESTful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oracledb  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411480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CE4E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🗄️ Oracle Database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617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DAERP (172.17.1.56:1521)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Stored Procedures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 SP_PDA_LOAD_SCAN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 SP_PDA_PICKING_SEL / SAVE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- SP_PDA_PR09080_RET / 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F3E5F5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 Nginx (리버스 프록시)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Port 80 → 3000 프록시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pda.dongasteel.co.kr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SSL 대응 가능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41148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E0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📧 이메일 서비스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4663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Nodemailer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작업 결과 자동 발송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수신자: DB에서 관리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기술 스택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E3F2FD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UI 프레임워크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 안전성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Vite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 도구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 Router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6.20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페이지 라우팅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Axios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통신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Capacitor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APK 변환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29768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E8F5E9"/>
          </a:solidFill>
          <a:ln w="19050">
            <a:solidFill>
              <a:srgbClr val="2D93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Node.js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런타임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Express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4.18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API 서버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타입 안전성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DB 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Nodemailer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이메일 발송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dotenv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환경변수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8229600" y="128016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FFF3E0"/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Infra / Database</a:t>
            </a:r>
            <a:endParaRPr lang="en-US" sz="18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Database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(DAERP)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 Server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 (리버스 프록시)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 서버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61.107.76.23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도메인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pda.dongasteel.co.kr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/ Wi-Fi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Capacitor + Android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365760" y="5029200"/>
            <a:ext cx="11430000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기술 특징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4406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웹앱 기반으로 별도 설치 불필요 (APK도 제공)    ✔ Oracle Stored Procedure 직접 호출로 ERP 실시간 연동    ✔ 바코드 스캐너 하드웨어 연동 (inputmode='none')    ✔ 사운드/진동 피드백으로 현장 UX 최적화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주요 기능 ① 적재위치관리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적재대에 보관된 코일/자재의 위치를 바코드 스캔으로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등록·관리하는 기능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적재대구분 선택 (SF_GET_PDA_WK)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적재대번호 선택 (SF_GET_PDA_WK_DTL)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바코드 스캔으로 자재 정보 자동 입력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BATCH, 재질, 수량, 길이, 주문번호 표시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Oracle SP 호출로 실시간 저장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이메일 자동 발송 (작업 결과 공유)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스캔 이력 대시보드 (성공/오류 통계)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FFF8E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프로세스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20116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1. 적재대 구분/번호 선택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2. 바코드 스캔 (자재)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7B9D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D936C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3. 스캔 데이터 목록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36C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44805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4. 저장 (SP_PDA_LOAD_SCAN)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983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5303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5. 결과 이메일 발송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/api/location/save-scan-data (POST)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주요 기능 ② 슬리팅 투입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Slitting Input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공정에 투입되는 코일의 BATCH 번호를 스캔하여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실적을 등록하는 기능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작업일자, 근무조(주/야) 선택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공정 선택 (SF_GET_PRO_LIST)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작업장(설비) 선택 (SF_GET_WC_LIST)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기존 투입 데이터 불러오기 (SP_PDA_PR09080_RET)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바코드 스캔으로 BATCH 추가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투입 순서 자동 부여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Oracle SP로 실적 저장 (SP_PDA_PR09080_IN)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프로세스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20116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1. 일자 / 근무조 / 공정 / 설비 선택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2. 기존 데이터 불러오기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7B9D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D936C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3. 바코드 스캔 (BATCH)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36C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44805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4. 투입 목록 확인 및 수정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983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5303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5. 저장 (SP_PDA_PR09080_IN)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/api/slitting/save-slitting-data (POST)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주요 기능 ③ 상차등록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Loading Registration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566928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상차지시서 기반으로 출하 물품을 바코드 스캔하여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피킹(Picking) 확인 및 상차 실적을 등록하는 기능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상차지시번호 입력 및 조회 (SP_PDA_PICKING_SEL)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피킹 목록 자동 로드 (품목, 수량, 차량번호)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바코드 스캔으로 출하 물품 확인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수량 변경 및 차량번호 입력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임시저장 / 최종저장 분리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Oracle SP로 상차 실적 저장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스캔 성공/실패 사운드·진동 피드백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FCE4E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프로세스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201168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1. 상차지시번호 입력 → 조회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34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2. 피킹 목록 확인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7B9D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2D936C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657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3. 바코드 스캔 (출하 물품)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36C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44805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4. 수량/차량번호 확인·수정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4983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8F01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530352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5. 임시저장 또는 최종저장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/api/loading/picking-save (POST)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화면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Layout - Login &amp; Main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화면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103120"/>
            <a:ext cx="3657600" cy="3474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동아스틸 PDA 시스템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320040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42976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480060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417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화면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210312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 메인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27432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 적재위치관리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89520" y="36576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2D936C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 슬리팅 투입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45720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4572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🚛  상차등록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5486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다크모드 / 화면잠금 / 글꼴크기 / 서버상태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화면 구성 (계속)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Layout - Feature Screens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적재위치관리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적재대구분 드롭다운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적재대번호 드롭다운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바코드 스캔 입력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스캔 데이터 테이블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저장 / 초기화 버튼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스캔 이력 대시보드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128016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2D936C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D936C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슬리팅 투입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80560" y="21031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작업일자 선택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7432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근무조 (주/야) 선택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33832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공정 / 작업장 선택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402336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불러오기 버튼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46634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BATCH 스캔 입력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80560" y="53035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투입 목록 테이블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128016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3816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상차등록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12480" y="21031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상차지시번호 입력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27432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조회 버튼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0" y="338328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피킹 목록 테이블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12480" y="402336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바코드 스캔 확인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412480" y="466344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0" y="4663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차량번호 / 수량 수정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12480" y="530352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임시저장 / 최종저장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일반 AP(Wi-Fi) 대비 LTE 개선점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vs LTE Comparison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11 / 14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AP(Wi-Fi)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방식 (개선)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효과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커버리지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반경 30~50m 제한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사각지대 다수 발생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LTE망 활용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커버리지 제한 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야적장/야외 100%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가능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안정성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간섭, 핸드오버 끊김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동시접속 시 속도 저하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 LTE 채널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안정적 통신 유지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끊김 없는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데이터 전송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인프라 비용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장비 구매 + 설치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LAN 배선 공사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유심만 장착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 인프라 불필요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구축비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80% 이상 절감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유지보수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장비 고장/교체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정기적 관리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통신사 망 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유지보수 최소화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유지보수 비용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대폭 절감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추가 설치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 공사 동반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유심 추가만으로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확장 가능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증설 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대응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Wi-Fi 해킹 위험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공용 네트워크 우려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LTE 전용망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보안 수준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보안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이동성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 범위 내에서만 사용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 간 이동 시 끊김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자유로운 이동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건물/야적장 무관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동선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제약 해소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6126480"/>
            <a:ext cx="11612880" cy="36576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LTE 방식은 Wi-Fi AP 대비 통신 안정성, 커버리지, 비용, 확장성 모든 면에서 우수하며, 특히 넓은 야적장과 야외 작업 환경에 최적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LTE 전환 효과 상세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Migration Benefits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FF0F0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AP(Wi-Fi) 방식의 문제점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야적장/야외 Wi-Fi 사각지대 → 데이터 미전송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AP 간 핸드오버 시 연결 끊김 빈번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AP 장비 고장 시 해당 구역 전체 마비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비/눈 등 기상 조건에 AP 성능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AP 추가 시 배선 공사 필요 (높은 비용)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동시 접속 디바이스 증가 시 속도 급감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Wi-Fi 보안 취약점 (공유키 유출 위험)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669280" cy="4846320"/>
          </a:xfrm>
          <a:prstGeom prst="roundRect">
            <a:avLst>
              <a:gd name="adj" fmla="val 2830"/>
            </a:avLst>
          </a:prstGeom>
          <a:solidFill>
            <a:srgbClr val="F0FA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방식의 개선 효과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전국 어디서나 통신 가능 (사각지대 제로)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끊김 없는 안정적 데이터 전송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017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단말기 하나로 독립 운영 (AP 의존 제거)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기상 조건에 영향 없는 통신 품질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유심 교체만으로 즉시 확장 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4526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대역폭 보장, 동시접속 영향 최소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5029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통신사 보안 인프라 활용 (보안 강화)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5623560"/>
            <a:ext cx="1161288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비용 비교:  AP 방식 (AP 장비 5대 기준) 약 500~800만원 + 연간 유지비 100만원  vs  LTE 방식 유심비 월 1~2만원/대, 초기비용 거의 없음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기대효과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Expected Benefits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E3F2FD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 기대효과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정확도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0574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85~90%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20574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99% 이상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입력 시간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7889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3~5분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89120" y="27889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10~20초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오입력률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52044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3520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7764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89120" y="352044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3520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0.1% 미만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🚛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상차 확인 시간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68880" y="42519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4251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30분/건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77640" y="42062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389120" y="42519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4251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5분/건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937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4400" y="4937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장애 횟수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68880" y="4983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4983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10~20회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77640" y="4937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89120" y="4983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4983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0~1회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5669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4400" y="5669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유지비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68880" y="5715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CDD2"/>
          </a:solidFill>
          <a:ln/>
        </p:spPr>
      </p:sp>
      <p:sp>
        <p:nvSpPr>
          <p:cNvPr id="48" name="Text 46"/>
          <p:cNvSpPr/>
          <p:nvPr/>
        </p:nvSpPr>
        <p:spPr>
          <a:xfrm>
            <a:off x="2468880" y="5715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100만원+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56692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389120" y="571500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C8E6C9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0" y="5715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3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20만원 이하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1280160"/>
            <a:ext cx="5760720" cy="5029200"/>
          </a:xfrm>
          <a:prstGeom prst="roundRect">
            <a:avLst>
              <a:gd name="adj" fmla="val 2727"/>
            </a:avLst>
          </a:prstGeom>
          <a:solidFill>
            <a:srgbClr val="FFF8E1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정성적 기대효과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400800" y="20116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3E0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업무 효율화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29600" y="2011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스캔 기반 자동화로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작업 제거, 업무 속도 향상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0" y="26974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0" y="2697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데이터 연동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229600" y="2697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ERP(Oracle) 실시간 연동으로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지연 없는 의사결정 지원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0" y="33832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3E0"/>
          </a:solidFill>
          <a:ln/>
        </p:spPr>
      </p:sp>
      <p:sp>
        <p:nvSpPr>
          <p:cNvPr id="61" name="Text 59"/>
          <p:cNvSpPr/>
          <p:nvPr/>
        </p:nvSpPr>
        <p:spPr>
          <a:xfrm>
            <a:off x="6583680" y="3383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 편의성 향상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29600" y="3383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사운드/진동 피드백, 다크모드,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글꼴 크기 조절 등 현장 최적화 UX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00800" y="40690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583680" y="4069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LTE 통신 안정성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229600" y="40690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야적장·야외 어디서나 끊김 없는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통신으로 작업 연속성 보장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0" y="47548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3E0"/>
          </a:solidFill>
          <a:ln/>
        </p:spPr>
      </p:sp>
      <p:sp>
        <p:nvSpPr>
          <p:cNvPr id="67" name="Text 65"/>
          <p:cNvSpPr/>
          <p:nvPr/>
        </p:nvSpPr>
        <p:spPr>
          <a:xfrm>
            <a:off x="6583680" y="4754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비용 절감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229600" y="47548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 장비/배선 불필요, LTE 유심만으로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운영하여 인프라 비용 대폭 절감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400800" y="5440680"/>
            <a:ext cx="5394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6583680" y="5440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용이성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229600" y="5440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기능/설비 추가 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 업데이트만으로 즉시 배포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향후 계획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Future Plans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동아스틸 PDA 시스템 구축 결과보고서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14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E8F5E9"/>
          </a:solidFill>
          <a:ln w="25400">
            <a:solidFill>
              <a:srgbClr val="2D93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D936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(완료)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적재위치관리 기능 구현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슬리팅 투입 기능 구현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상차등록 기능 구현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Oracle ERP 연동 완료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LTE 기반 모바일 웹앱 배포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128016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E3F2FD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(계획)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입고 검수 기능 추가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출하 관리 기능 확장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재고 실사 기능 개발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대시보드/통계 화면 추가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Push 알림 기능 구현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28016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FF3E0"/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280160"/>
            <a:ext cx="3657600" cy="548640"/>
          </a:xfrm>
          <a:prstGeom prst="rect">
            <a:avLst>
              <a:gd name="adj" fmla="val 25000"/>
            </a:avLst>
          </a:prstGeom>
          <a:solidFill>
            <a:srgbClr val="F18F01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(구상)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AI 기반 재고 예측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IoT 센서 연동 (온도/습도)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RFID 태그 스캔 지원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타 사업장 확대 적용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실시간 모니터링 대시보드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5577840"/>
            <a:ext cx="1161288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PDA 시스템을 통해 동아스틸의 스마트 물류 혁신을 실현하고, 지속적인 기능 확장으로 디지털 전환을 가속화하겠습니다.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동아스틸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동아스틸 PDA 시스템 구축 결과보고서</dc:title>
  <dc:subject>DA PDA 시스템 결과보고서</dc:subject>
  <dc:creator>동아스틸 IT팀</dc:creator>
  <cp:lastModifiedBy>동아스틸 IT팀</cp:lastModifiedBy>
  <cp:revision>1</cp:revision>
  <dcterms:created xsi:type="dcterms:W3CDTF">2026-03-16T06:01:57Z</dcterms:created>
  <dcterms:modified xsi:type="dcterms:W3CDTF">2026-03-16T06:01:57Z</dcterms:modified>
</cp:coreProperties>
</file>